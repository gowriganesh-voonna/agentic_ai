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71" r:id="rId3"/>
    <p:sldId id="257" r:id="rId4"/>
    <p:sldId id="264" r:id="rId5"/>
    <p:sldId id="265" r:id="rId6"/>
    <p:sldId id="259" r:id="rId7"/>
    <p:sldId id="260" r:id="rId8"/>
    <p:sldId id="267" r:id="rId9"/>
    <p:sldId id="262" r:id="rId10"/>
    <p:sldId id="261" r:id="rId11"/>
    <p:sldId id="263" r:id="rId12"/>
    <p:sldId id="266" r:id="rId13"/>
    <p:sldId id="268" r:id="rId14"/>
    <p:sldId id="269" r:id="rId15"/>
    <p:sldId id="270" r:id="rId16"/>
    <p:sldId id="25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1B134C"/>
    <a:srgbClr val="F39E34"/>
    <a:srgbClr val="23AA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106A9A-C8ED-4354-A886-5D45F7B13115}" v="70" dt="2025-09-05T05:22:21.4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ndini Kamepalli" userId="a9c61dbb-c38e-4a66-bd55-260822009764" providerId="ADAL" clId="{BA106A9A-C8ED-4354-A886-5D45F7B13115}"/>
    <pc:docChg chg="undo redo custSel addSld modSld sldOrd">
      <pc:chgData name="Nandini Kamepalli" userId="a9c61dbb-c38e-4a66-bd55-260822009764" providerId="ADAL" clId="{BA106A9A-C8ED-4354-A886-5D45F7B13115}" dt="2025-09-05T05:34:07.456" v="412" actId="20577"/>
      <pc:docMkLst>
        <pc:docMk/>
      </pc:docMkLst>
      <pc:sldChg chg="modSp mod">
        <pc:chgData name="Nandini Kamepalli" userId="a9c61dbb-c38e-4a66-bd55-260822009764" providerId="ADAL" clId="{BA106A9A-C8ED-4354-A886-5D45F7B13115}" dt="2025-09-05T05:34:07.456" v="412" actId="20577"/>
        <pc:sldMkLst>
          <pc:docMk/>
          <pc:sldMk cId="2256709242" sldId="256"/>
        </pc:sldMkLst>
        <pc:spChg chg="mod">
          <ac:chgData name="Nandini Kamepalli" userId="a9c61dbb-c38e-4a66-bd55-260822009764" providerId="ADAL" clId="{BA106A9A-C8ED-4354-A886-5D45F7B13115}" dt="2025-09-05T04:55:03.901" v="72" actId="207"/>
          <ac:spMkLst>
            <pc:docMk/>
            <pc:sldMk cId="2256709242" sldId="256"/>
            <ac:spMk id="3" creationId="{A9B0E08D-CB78-C8A5-B8B3-A9E5CDDC902C}"/>
          </ac:spMkLst>
        </pc:spChg>
        <pc:spChg chg="mod">
          <ac:chgData name="Nandini Kamepalli" userId="a9c61dbb-c38e-4a66-bd55-260822009764" providerId="ADAL" clId="{BA106A9A-C8ED-4354-A886-5D45F7B13115}" dt="2025-09-05T05:34:07.456" v="412" actId="20577"/>
          <ac:spMkLst>
            <pc:docMk/>
            <pc:sldMk cId="2256709242" sldId="256"/>
            <ac:spMk id="15" creationId="{7C2901F9-9853-73A1-D369-8A28185FC681}"/>
          </ac:spMkLst>
        </pc:spChg>
        <pc:spChg chg="mod">
          <ac:chgData name="Nandini Kamepalli" userId="a9c61dbb-c38e-4a66-bd55-260822009764" providerId="ADAL" clId="{BA106A9A-C8ED-4354-A886-5D45F7B13115}" dt="2025-09-05T04:55:29.212" v="76" actId="14100"/>
          <ac:spMkLst>
            <pc:docMk/>
            <pc:sldMk cId="2256709242" sldId="256"/>
            <ac:spMk id="16" creationId="{1A1895CA-783E-4D67-0B80-4F581E510DFC}"/>
          </ac:spMkLst>
        </pc:spChg>
      </pc:sldChg>
      <pc:sldChg chg="addSp delSp modSp mod">
        <pc:chgData name="Nandini Kamepalli" userId="a9c61dbb-c38e-4a66-bd55-260822009764" providerId="ADAL" clId="{BA106A9A-C8ED-4354-A886-5D45F7B13115}" dt="2025-09-05T04:28:31.163" v="67" actId="1076"/>
        <pc:sldMkLst>
          <pc:docMk/>
          <pc:sldMk cId="2853014144" sldId="260"/>
        </pc:sldMkLst>
        <pc:spChg chg="mod">
          <ac:chgData name="Nandini Kamepalli" userId="a9c61dbb-c38e-4a66-bd55-260822009764" providerId="ADAL" clId="{BA106A9A-C8ED-4354-A886-5D45F7B13115}" dt="2025-09-05T04:28:31.163" v="67" actId="1076"/>
          <ac:spMkLst>
            <pc:docMk/>
            <pc:sldMk cId="2853014144" sldId="260"/>
            <ac:spMk id="8" creationId="{7BCCEC3B-C0D3-843C-32F3-72780EA21026}"/>
          </ac:spMkLst>
        </pc:spChg>
        <pc:spChg chg="mod">
          <ac:chgData name="Nandini Kamepalli" userId="a9c61dbb-c38e-4a66-bd55-260822009764" providerId="ADAL" clId="{BA106A9A-C8ED-4354-A886-5D45F7B13115}" dt="2025-09-05T04:08:14.572" v="50" actId="1076"/>
          <ac:spMkLst>
            <pc:docMk/>
            <pc:sldMk cId="2853014144" sldId="260"/>
            <ac:spMk id="9" creationId="{D8EFEB41-F2DB-96D6-EC81-7B4533E7A9D2}"/>
          </ac:spMkLst>
        </pc:spChg>
        <pc:spChg chg="mod">
          <ac:chgData name="Nandini Kamepalli" userId="a9c61dbb-c38e-4a66-bd55-260822009764" providerId="ADAL" clId="{BA106A9A-C8ED-4354-A886-5D45F7B13115}" dt="2025-09-05T04:09:05.786" v="58" actId="1076"/>
          <ac:spMkLst>
            <pc:docMk/>
            <pc:sldMk cId="2853014144" sldId="260"/>
            <ac:spMk id="11" creationId="{49D27CD7-4619-FFF5-0D5E-D957F5CFCC3C}"/>
          </ac:spMkLst>
        </pc:spChg>
        <pc:spChg chg="mod">
          <ac:chgData name="Nandini Kamepalli" userId="a9c61dbb-c38e-4a66-bd55-260822009764" providerId="ADAL" clId="{BA106A9A-C8ED-4354-A886-5D45F7B13115}" dt="2025-09-05T04:09:47.336" v="65" actId="1076"/>
          <ac:spMkLst>
            <pc:docMk/>
            <pc:sldMk cId="2853014144" sldId="260"/>
            <ac:spMk id="12" creationId="{1AC4DEE0-C107-F55E-474C-571FCA10CAAB}"/>
          </ac:spMkLst>
        </pc:spChg>
        <pc:spChg chg="mod">
          <ac:chgData name="Nandini Kamepalli" userId="a9c61dbb-c38e-4a66-bd55-260822009764" providerId="ADAL" clId="{BA106A9A-C8ED-4354-A886-5D45F7B13115}" dt="2025-09-05T04:09:14.667" v="59" actId="1076"/>
          <ac:spMkLst>
            <pc:docMk/>
            <pc:sldMk cId="2853014144" sldId="260"/>
            <ac:spMk id="17" creationId="{577856AE-B9D0-ABBB-4890-0ABBF6EFD8B0}"/>
          </ac:spMkLst>
        </pc:spChg>
        <pc:spChg chg="mod">
          <ac:chgData name="Nandini Kamepalli" userId="a9c61dbb-c38e-4a66-bd55-260822009764" providerId="ADAL" clId="{BA106A9A-C8ED-4354-A886-5D45F7B13115}" dt="2025-09-05T04:09:01.102" v="57" actId="1076"/>
          <ac:spMkLst>
            <pc:docMk/>
            <pc:sldMk cId="2853014144" sldId="260"/>
            <ac:spMk id="18" creationId="{9B3B31B0-2FE1-CB8C-9BD4-AF58FA3222EF}"/>
          </ac:spMkLst>
        </pc:spChg>
        <pc:spChg chg="mod">
          <ac:chgData name="Nandini Kamepalli" userId="a9c61dbb-c38e-4a66-bd55-260822009764" providerId="ADAL" clId="{BA106A9A-C8ED-4354-A886-5D45F7B13115}" dt="2025-09-05T04:09:43.514" v="64" actId="1076"/>
          <ac:spMkLst>
            <pc:docMk/>
            <pc:sldMk cId="2853014144" sldId="260"/>
            <ac:spMk id="19" creationId="{83E78E57-DEE7-7554-91C1-CAA4F8DCD328}"/>
          </ac:spMkLst>
        </pc:spChg>
        <pc:picChg chg="add mod modCrop">
          <ac:chgData name="Nandini Kamepalli" userId="a9c61dbb-c38e-4a66-bd55-260822009764" providerId="ADAL" clId="{BA106A9A-C8ED-4354-A886-5D45F7B13115}" dt="2025-09-05T04:08:04.041" v="48" actId="1076"/>
          <ac:picMkLst>
            <pc:docMk/>
            <pc:sldMk cId="2853014144" sldId="260"/>
            <ac:picMk id="3" creationId="{49229F92-833F-BD57-3FAE-1E2F780E3003}"/>
          </ac:picMkLst>
        </pc:picChg>
        <pc:picChg chg="del">
          <ac:chgData name="Nandini Kamepalli" userId="a9c61dbb-c38e-4a66-bd55-260822009764" providerId="ADAL" clId="{BA106A9A-C8ED-4354-A886-5D45F7B13115}" dt="2025-09-05T03:57:59.211" v="13" actId="478"/>
          <ac:picMkLst>
            <pc:docMk/>
            <pc:sldMk cId="2853014144" sldId="260"/>
            <ac:picMk id="5" creationId="{CAD710E4-C851-F8F9-7565-3206D525E769}"/>
          </ac:picMkLst>
        </pc:picChg>
        <pc:picChg chg="add del mod">
          <ac:chgData name="Nandini Kamepalli" userId="a9c61dbb-c38e-4a66-bd55-260822009764" providerId="ADAL" clId="{BA106A9A-C8ED-4354-A886-5D45F7B13115}" dt="2025-09-05T03:59:47.222" v="17" actId="478"/>
          <ac:picMkLst>
            <pc:docMk/>
            <pc:sldMk cId="2853014144" sldId="260"/>
            <ac:picMk id="6" creationId="{323494C6-7497-5A2F-1591-AD8D6C59FECF}"/>
          </ac:picMkLst>
        </pc:picChg>
        <pc:picChg chg="add mod modCrop">
          <ac:chgData name="Nandini Kamepalli" userId="a9c61dbb-c38e-4a66-bd55-260822009764" providerId="ADAL" clId="{BA106A9A-C8ED-4354-A886-5D45F7B13115}" dt="2025-09-05T04:08:54.009" v="56" actId="1076"/>
          <ac:picMkLst>
            <pc:docMk/>
            <pc:sldMk cId="2853014144" sldId="260"/>
            <ac:picMk id="10" creationId="{D279E7A3-3F5F-8239-6A09-D3F53B0B699A}"/>
          </ac:picMkLst>
        </pc:picChg>
        <pc:picChg chg="add mod modCrop">
          <ac:chgData name="Nandini Kamepalli" userId="a9c61dbb-c38e-4a66-bd55-260822009764" providerId="ADAL" clId="{BA106A9A-C8ED-4354-A886-5D45F7B13115}" dt="2025-09-05T04:09:37.063" v="63" actId="1076"/>
          <ac:picMkLst>
            <pc:docMk/>
            <pc:sldMk cId="2853014144" sldId="260"/>
            <ac:picMk id="14" creationId="{77BA653B-396D-92B7-E24B-8E052DFA435C}"/>
          </ac:picMkLst>
        </pc:picChg>
        <pc:picChg chg="del">
          <ac:chgData name="Nandini Kamepalli" userId="a9c61dbb-c38e-4a66-bd55-260822009764" providerId="ADAL" clId="{BA106A9A-C8ED-4354-A886-5D45F7B13115}" dt="2025-09-05T03:57:43.167" v="9" actId="478"/>
          <ac:picMkLst>
            <pc:docMk/>
            <pc:sldMk cId="2853014144" sldId="260"/>
            <ac:picMk id="3076" creationId="{7451BC7C-1E8D-5271-14B6-8E162A8D105F}"/>
          </ac:picMkLst>
        </pc:picChg>
        <pc:picChg chg="del">
          <ac:chgData name="Nandini Kamepalli" userId="a9c61dbb-c38e-4a66-bd55-260822009764" providerId="ADAL" clId="{BA106A9A-C8ED-4354-A886-5D45F7B13115}" dt="2025-09-05T04:05:32.562" v="27" actId="478"/>
          <ac:picMkLst>
            <pc:docMk/>
            <pc:sldMk cId="2853014144" sldId="260"/>
            <ac:picMk id="3082" creationId="{476B0A62-7139-C602-1766-FE87B091888B}"/>
          </ac:picMkLst>
        </pc:picChg>
      </pc:sldChg>
      <pc:sldChg chg="addSp delSp modSp add mod ord">
        <pc:chgData name="Nandini Kamepalli" userId="a9c61dbb-c38e-4a66-bd55-260822009764" providerId="ADAL" clId="{BA106A9A-C8ED-4354-A886-5D45F7B13115}" dt="2025-09-05T05:22:52.630" v="403" actId="2711"/>
        <pc:sldMkLst>
          <pc:docMk/>
          <pc:sldMk cId="1208956251" sldId="271"/>
        </pc:sldMkLst>
        <pc:spChg chg="mod">
          <ac:chgData name="Nandini Kamepalli" userId="a9c61dbb-c38e-4a66-bd55-260822009764" providerId="ADAL" clId="{BA106A9A-C8ED-4354-A886-5D45F7B13115}" dt="2025-09-05T04:59:37.945" v="147" actId="1076"/>
          <ac:spMkLst>
            <pc:docMk/>
            <pc:sldMk cId="1208956251" sldId="271"/>
            <ac:spMk id="4" creationId="{92B7CC15-EB54-24A9-F0D5-3184D3E8D1C5}"/>
          </ac:spMkLst>
        </pc:spChg>
        <pc:spChg chg="add mod">
          <ac:chgData name="Nandini Kamepalli" userId="a9c61dbb-c38e-4a66-bd55-260822009764" providerId="ADAL" clId="{BA106A9A-C8ED-4354-A886-5D45F7B13115}" dt="2025-09-05T04:59:52.861" v="150" actId="14100"/>
          <ac:spMkLst>
            <pc:docMk/>
            <pc:sldMk cId="1208956251" sldId="271"/>
            <ac:spMk id="6" creationId="{83221803-6BEA-0EFE-D2E3-03E12A4E876D}"/>
          </ac:spMkLst>
        </pc:spChg>
        <pc:spChg chg="add del mod">
          <ac:chgData name="Nandini Kamepalli" userId="a9c61dbb-c38e-4a66-bd55-260822009764" providerId="ADAL" clId="{BA106A9A-C8ED-4354-A886-5D45F7B13115}" dt="2025-09-05T05:05:36.955" v="276" actId="478"/>
          <ac:spMkLst>
            <pc:docMk/>
            <pc:sldMk cId="1208956251" sldId="271"/>
            <ac:spMk id="13" creationId="{9EA52C13-CA21-B0A9-509F-7CA831355C82}"/>
          </ac:spMkLst>
        </pc:spChg>
        <pc:spChg chg="mod">
          <ac:chgData name="Nandini Kamepalli" userId="a9c61dbb-c38e-4a66-bd55-260822009764" providerId="ADAL" clId="{BA106A9A-C8ED-4354-A886-5D45F7B13115}" dt="2025-09-05T04:59:32.459" v="146" actId="1076"/>
          <ac:spMkLst>
            <pc:docMk/>
            <pc:sldMk cId="1208956251" sldId="271"/>
            <ac:spMk id="14" creationId="{8F9B53C5-D5B4-4A03-0F9C-383CEA65F8DE}"/>
          </ac:spMkLst>
        </pc:spChg>
        <pc:spChg chg="add del">
          <ac:chgData name="Nandini Kamepalli" userId="a9c61dbb-c38e-4a66-bd55-260822009764" providerId="ADAL" clId="{BA106A9A-C8ED-4354-A886-5D45F7B13115}" dt="2025-09-05T05:05:44.180" v="278" actId="22"/>
          <ac:spMkLst>
            <pc:docMk/>
            <pc:sldMk cId="1208956251" sldId="271"/>
            <ac:spMk id="16" creationId="{B16CB995-A297-A179-81F9-91445942BD1F}"/>
          </ac:spMkLst>
        </pc:spChg>
        <pc:grpChg chg="mod">
          <ac:chgData name="Nandini Kamepalli" userId="a9c61dbb-c38e-4a66-bd55-260822009764" providerId="ADAL" clId="{BA106A9A-C8ED-4354-A886-5D45F7B13115}" dt="2025-09-05T04:59:26.431" v="145" actId="1076"/>
          <ac:grpSpMkLst>
            <pc:docMk/>
            <pc:sldMk cId="1208956251" sldId="271"/>
            <ac:grpSpMk id="2" creationId="{B7CDA309-7FA5-441B-FE99-4F8D6541D419}"/>
          </ac:grpSpMkLst>
        </pc:grpChg>
        <pc:graphicFrameChg chg="mod modGraphic">
          <ac:chgData name="Nandini Kamepalli" userId="a9c61dbb-c38e-4a66-bd55-260822009764" providerId="ADAL" clId="{BA106A9A-C8ED-4354-A886-5D45F7B13115}" dt="2025-09-05T05:22:52.630" v="403" actId="2711"/>
          <ac:graphicFrameMkLst>
            <pc:docMk/>
            <pc:sldMk cId="1208956251" sldId="271"/>
            <ac:graphicFrameMk id="5" creationId="{BFDFD2C9-550D-BFA9-5D3F-91A88E10FFED}"/>
          </ac:graphicFrameMkLst>
        </pc:graphicFrameChg>
        <pc:picChg chg="add del mod modCrop">
          <ac:chgData name="Nandini Kamepalli" userId="a9c61dbb-c38e-4a66-bd55-260822009764" providerId="ADAL" clId="{BA106A9A-C8ED-4354-A886-5D45F7B13115}" dt="2025-09-05T05:03:42.745" v="263" actId="478"/>
          <ac:picMkLst>
            <pc:docMk/>
            <pc:sldMk cId="1208956251" sldId="271"/>
            <ac:picMk id="8" creationId="{20422A8A-CD71-83D1-6691-7092E4C7CDFF}"/>
          </ac:picMkLst>
        </pc:picChg>
        <pc:picChg chg="add del mod">
          <ac:chgData name="Nandini Kamepalli" userId="a9c61dbb-c38e-4a66-bd55-260822009764" providerId="ADAL" clId="{BA106A9A-C8ED-4354-A886-5D45F7B13115}" dt="2025-09-05T05:04:38.530" v="269" actId="478"/>
          <ac:picMkLst>
            <pc:docMk/>
            <pc:sldMk cId="1208956251" sldId="271"/>
            <ac:picMk id="10" creationId="{C39CD4E9-7926-2ECE-8C5B-33911350B844}"/>
          </ac:picMkLst>
        </pc:picChg>
        <pc:picChg chg="add del mod">
          <ac:chgData name="Nandini Kamepalli" userId="a9c61dbb-c38e-4a66-bd55-260822009764" providerId="ADAL" clId="{BA106A9A-C8ED-4354-A886-5D45F7B13115}" dt="2025-09-05T05:05:36.955" v="276" actId="478"/>
          <ac:picMkLst>
            <pc:docMk/>
            <pc:sldMk cId="1208956251" sldId="271"/>
            <ac:picMk id="12" creationId="{ECC9D5D4-211A-7838-6CE3-A11CED77E7CE}"/>
          </ac:picMkLst>
        </pc:picChg>
        <pc:picChg chg="add del mod">
          <ac:chgData name="Nandini Kamepalli" userId="a9c61dbb-c38e-4a66-bd55-260822009764" providerId="ADAL" clId="{BA106A9A-C8ED-4354-A886-5D45F7B13115}" dt="2025-09-05T05:10:26.446" v="305" actId="478"/>
          <ac:picMkLst>
            <pc:docMk/>
            <pc:sldMk cId="1208956251" sldId="271"/>
            <ac:picMk id="18" creationId="{32843940-DD69-B46E-0298-58C07F8E7842}"/>
          </ac:picMkLst>
        </pc:picChg>
        <pc:picChg chg="add mod">
          <ac:chgData name="Nandini Kamepalli" userId="a9c61dbb-c38e-4a66-bd55-260822009764" providerId="ADAL" clId="{BA106A9A-C8ED-4354-A886-5D45F7B13115}" dt="2025-09-05T05:12:03.661" v="316" actId="1076"/>
          <ac:picMkLst>
            <pc:docMk/>
            <pc:sldMk cId="1208956251" sldId="271"/>
            <ac:picMk id="20" creationId="{2F3C0E71-6C9A-AD1E-BBD4-1970E3442367}"/>
          </ac:picMkLst>
        </pc:picChg>
        <pc:picChg chg="add del mod">
          <ac:chgData name="Nandini Kamepalli" userId="a9c61dbb-c38e-4a66-bd55-260822009764" providerId="ADAL" clId="{BA106A9A-C8ED-4354-A886-5D45F7B13115}" dt="2025-09-05T05:08:48.305" v="289" actId="478"/>
          <ac:picMkLst>
            <pc:docMk/>
            <pc:sldMk cId="1208956251" sldId="271"/>
            <ac:picMk id="22" creationId="{D1BF7AF6-6771-70DF-7C40-6D4AC73BC7E4}"/>
          </ac:picMkLst>
        </pc:picChg>
        <pc:picChg chg="add del mod">
          <ac:chgData name="Nandini Kamepalli" userId="a9c61dbb-c38e-4a66-bd55-260822009764" providerId="ADAL" clId="{BA106A9A-C8ED-4354-A886-5D45F7B13115}" dt="2025-09-05T05:12:27.102" v="324" actId="478"/>
          <ac:picMkLst>
            <pc:docMk/>
            <pc:sldMk cId="1208956251" sldId="271"/>
            <ac:picMk id="24" creationId="{8E2655B1-BB81-9365-E31F-E3F0D632C895}"/>
          </ac:picMkLst>
        </pc:picChg>
        <pc:picChg chg="add del mod">
          <ac:chgData name="Nandini Kamepalli" userId="a9c61dbb-c38e-4a66-bd55-260822009764" providerId="ADAL" clId="{BA106A9A-C8ED-4354-A886-5D45F7B13115}" dt="2025-09-05T05:12:36.983" v="326" actId="478"/>
          <ac:picMkLst>
            <pc:docMk/>
            <pc:sldMk cId="1208956251" sldId="271"/>
            <ac:picMk id="26" creationId="{F37A5494-5BCF-023D-F197-05ED278F054E}"/>
          </ac:picMkLst>
        </pc:picChg>
        <pc:picChg chg="add del mod">
          <ac:chgData name="Nandini Kamepalli" userId="a9c61dbb-c38e-4a66-bd55-260822009764" providerId="ADAL" clId="{BA106A9A-C8ED-4354-A886-5D45F7B13115}" dt="2025-09-05T05:12:34.768" v="325" actId="478"/>
          <ac:picMkLst>
            <pc:docMk/>
            <pc:sldMk cId="1208956251" sldId="271"/>
            <ac:picMk id="28" creationId="{193B9A3A-A737-BD70-2BF1-6AD76B8FEB4F}"/>
          </ac:picMkLst>
        </pc:picChg>
        <pc:picChg chg="add del mod">
          <ac:chgData name="Nandini Kamepalli" userId="a9c61dbb-c38e-4a66-bd55-260822009764" providerId="ADAL" clId="{BA106A9A-C8ED-4354-A886-5D45F7B13115}" dt="2025-09-05T05:14:44.972" v="338" actId="478"/>
          <ac:picMkLst>
            <pc:docMk/>
            <pc:sldMk cId="1208956251" sldId="271"/>
            <ac:picMk id="30" creationId="{E3980AEF-CFA1-85F0-A931-BE23A09CD6C4}"/>
          </ac:picMkLst>
        </pc:picChg>
        <pc:picChg chg="add del mod">
          <ac:chgData name="Nandini Kamepalli" userId="a9c61dbb-c38e-4a66-bd55-260822009764" providerId="ADAL" clId="{BA106A9A-C8ED-4354-A886-5D45F7B13115}" dt="2025-09-05T05:17:06.500" v="366" actId="1076"/>
          <ac:picMkLst>
            <pc:docMk/>
            <pc:sldMk cId="1208956251" sldId="271"/>
            <ac:picMk id="32" creationId="{6059A3B5-B6CF-8147-D6A8-B171CD7C6FB6}"/>
          </ac:picMkLst>
        </pc:picChg>
        <pc:picChg chg="add del mod">
          <ac:chgData name="Nandini Kamepalli" userId="a9c61dbb-c38e-4a66-bd55-260822009764" providerId="ADAL" clId="{BA106A9A-C8ED-4354-A886-5D45F7B13115}" dt="2025-09-05T05:15:32.966" v="352" actId="478"/>
          <ac:picMkLst>
            <pc:docMk/>
            <pc:sldMk cId="1208956251" sldId="271"/>
            <ac:picMk id="34" creationId="{34FF9E79-6129-D741-EE0B-0102363BF7BF}"/>
          </ac:picMkLst>
        </pc:picChg>
        <pc:picChg chg="add del mod">
          <ac:chgData name="Nandini Kamepalli" userId="a9c61dbb-c38e-4a66-bd55-260822009764" providerId="ADAL" clId="{BA106A9A-C8ED-4354-A886-5D45F7B13115}" dt="2025-09-05T05:17:13.322" v="367" actId="478"/>
          <ac:picMkLst>
            <pc:docMk/>
            <pc:sldMk cId="1208956251" sldId="271"/>
            <ac:picMk id="36" creationId="{4450F787-FE28-1F1D-DB93-DDF56A790F4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8DE5F0-F600-46C3-AE4D-5148C69FFBAD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0EF6FF-9132-45E0-97B0-6601D5F658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207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EF6FF-9132-45E0-97B0-6601D5F6581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1685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F03B9-E7CD-30AE-A213-D086CF31F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BA0BD9-E762-7F80-045E-B980BB0685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6614A0-243B-0DCF-5594-34E4995ECA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5D1656-6157-B865-0628-13493894A8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EF6FF-9132-45E0-97B0-6601D5F6581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7998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EF6FF-9132-45E0-97B0-6601D5F6581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8905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EF6FF-9132-45E0-97B0-6601D5F6581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4862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CA9B6-9A6A-2688-3668-49BF1CC5C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126B1C-CCAD-7F64-9403-98F07A9D83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2B4CD4-07A1-1BB1-BE34-EDE97DA9E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65832E-A427-7669-6E0D-84CCA5BE37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EF6FF-9132-45E0-97B0-6601D5F6581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4094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9DE9B-9A6B-E56B-3A2E-48544F06B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B8E850-7BF3-F953-0587-699BF69EE6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31E806-44D7-F165-8A01-EBB92CDA88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782158-080C-8795-393F-0DC5734628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EF6FF-9132-45E0-97B0-6601D5F6581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0795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C3C87-E077-C7B7-D2EE-4CDBD68DD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0F4CE6-89BB-56BF-1172-8792ADBD05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A5E2DD-061C-4C78-3A53-551CEA1D2A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7941B1-9368-5E95-0343-53FF530ECD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EF6FF-9132-45E0-97B0-6601D5F6581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47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914B3-CCC5-A3D0-11FB-ECED8488F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17F29A-5DD8-99D1-E549-051D7C51E4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25E55F-6E8D-641B-C82B-DDAA59006F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3DF774-C66F-DD63-DAD9-553FBAD6AE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EF6FF-9132-45E0-97B0-6601D5F6581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7873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383B3-0BB3-A168-C144-A080A617E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6E0A1B-1FB9-B986-F14E-C0D4FC756C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8F5522-8476-BF80-63EB-283D59121B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AF1CDB-3573-82ED-5D67-1BA52C4445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EF6FF-9132-45E0-97B0-6601D5F6581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6868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A56EE-C9C4-9448-8B9A-F36E8E7DC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650744-B419-73F0-B20C-E1DD179B43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845B81-EED8-227E-1F05-393203056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8504E2-6E7B-BAE2-35AF-AAE98D0B1D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EF6FF-9132-45E0-97B0-6601D5F6581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255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DE9D4-CBBD-39CF-AB04-BF492945BE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C9F787-A6F0-B4AA-E084-B6E6A2965A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597AC2-B99D-4E92-643D-E755FB134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BE4D0-E68C-4FB2-8B3A-AA41DAF039F9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3E8F1-0B97-8411-9791-E2816322D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AFF63-8290-6775-8277-205603A4E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F9677-0272-47B3-8877-9BCDB58A6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183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1706E-CA7F-38DC-3ABC-4F852DF7F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2F1B5-7512-79D3-6D27-ACE3DE8EB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CBC36-52A8-E007-5F87-D62CEE285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BE4D0-E68C-4FB2-8B3A-AA41DAF039F9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3E764-0E8F-32F3-959D-0F804A37A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9B5893-D3ED-A111-1DE0-119AD82E1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F9677-0272-47B3-8877-9BCDB58A6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830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14975-5492-925A-B15F-E8CC6C301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45FB7A-94FF-7667-A5AE-CDBA3EED9B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378E6-0E53-3566-5185-3282A7ACF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BE4D0-E68C-4FB2-8B3A-AA41DAF039F9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94B46-3170-CA59-EB06-0A7AC393A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B8DCD-0235-FAC9-2827-6C5C8B105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F9677-0272-47B3-8877-9BCDB58A6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641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B336E-6F64-9716-79F6-09C1859BC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8254C-3BFA-9701-AC0A-69FFD312B9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13CF7D-60F3-4DD1-50E0-47BBB8577C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75E01B-DD97-C969-E069-6D6722358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BE4D0-E68C-4FB2-8B3A-AA41DAF039F9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95A4BF-086F-98BB-F707-75DF6DF4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03B833-D94C-1AC9-CFFD-831D8DA12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F9677-0272-47B3-8877-9BCDB58A6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536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19E33-AED8-B87B-9CC4-4BAB91FC3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B38AB0-C97E-6DAB-D4F9-4E6E880A75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0FB543-54DF-5442-98C7-915747DAA1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C64A0E-6894-69A9-F1E4-675924EDF4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49B4D7-7FE4-E06D-00C8-F9CB7BAB3D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CC1D51-1765-5933-46E9-9583E41C6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BE4D0-E68C-4FB2-8B3A-AA41DAF039F9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E0BF8D-CC19-4D88-8268-D162B908A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7C37E9-D6FF-6D2E-CCCD-69876A090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F9677-0272-47B3-8877-9BCDB58A6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169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FB4E4-AD40-0BBB-5B83-B34C87168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3383E0-E3BA-487A-F1CE-35C3E7036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BE4D0-E68C-4FB2-8B3A-AA41DAF039F9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A2B5EC-367A-A661-0FF1-BABCDF90D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9373EB-8547-A75B-B63A-8D83DF86A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F9677-0272-47B3-8877-9BCDB58A6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008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25240F-9D6E-5E5B-5739-A764AAD3F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BE4D0-E68C-4FB2-8B3A-AA41DAF039F9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15E38A-2B47-3BE4-FDBB-F1DA85C4C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73BECA-2872-CB7C-70B9-C193C7281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F9677-0272-47B3-8877-9BCDB58A6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997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B55EF-3FB5-CEEA-B5B9-DF825D069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3C253-96E3-ADD3-298D-DC078E1CF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379389-2AC9-39C4-5C51-4372015E3A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87FBA9-D34A-DF22-4030-7CC81ACCF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BE4D0-E68C-4FB2-8B3A-AA41DAF039F9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72565A-DCE6-BEB8-C0B4-AB737C219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8F334-691D-4D47-5697-B841F7F00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F9677-0272-47B3-8877-9BCDB58A6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004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AB2BD-9587-900E-7B78-C09E1220A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94C592-D295-8F91-555F-5104C216DE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00948D-CF7C-759D-183B-4A97A197F4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E657F6-AD68-A51D-F55B-E1258283E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BE4D0-E68C-4FB2-8B3A-AA41DAF039F9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5BE1E4-7D6D-F6F3-7A20-AD503FA27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A550FD-9475-C54F-A97D-75D446130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F9677-0272-47B3-8877-9BCDB58A6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440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6DE25-DCBC-D358-9606-1AFAC0C1A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E9CA90-1A03-8F33-D4D4-698AE6B2B1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136D4-D9FF-3984-32C8-E310533CA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BE4D0-E68C-4FB2-8B3A-AA41DAF039F9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007F2-5888-0388-EEC2-737DB1C45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1E26C5-0E2E-A976-A6BA-B4D7B6726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F9677-0272-47B3-8877-9BCDB58A6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459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E24D53-CB44-64E5-F537-B0AC6B350F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269E02-5B4E-B2E2-BF0E-FFAB403EC1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EF28F0-7539-0FB2-62D6-933FEFE28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BE4D0-E68C-4FB2-8B3A-AA41DAF039F9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0D598-96DB-8BDF-7A86-05A1D81CF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EC07A8-426C-583A-2AB9-069E9B29C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F9677-0272-47B3-8877-9BCDB58A6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939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FA0F04-FAD4-97D9-A6C1-4A9425348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34B0C2-37FD-4F81-D9FA-1A82879BFC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CB38CD-676D-868D-91EF-E89C850F79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FBE4D0-E68C-4FB2-8B3A-AA41DAF039F9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71AA0-E6E0-8ED1-29A0-12D5FC02FF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9B170-770F-E884-8E03-34B29117A0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2F9677-0272-47B3-8877-9BCDB58A6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986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hyperlink" Target="https://www.freepik.com/premium-psd/gear-transparent-background_157165765.ht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hyperlink" Target="https://de.vecteezy.com/png/24029746-buch-symbol-clip-art-transparent-hintergrund" TargetMode="Externa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storage.googleapis.com/drqaxrpgczdime/login-page-vector-images.html" TargetMode="External"/><Relationship Id="rId3" Type="http://schemas.openxmlformats.org/officeDocument/2006/relationships/image" Target="../media/image9.jpe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heise.de/download/product/mongodb-82926" TargetMode="External"/><Relationship Id="rId5" Type="http://schemas.openxmlformats.org/officeDocument/2006/relationships/image" Target="../media/image10.png"/><Relationship Id="rId4" Type="http://schemas.openxmlformats.org/officeDocument/2006/relationships/hyperlink" Target="https://blog.facialix.com/fastapi-python-aprovechalo-con-este-curso-gratuito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unifycosmos.com/principles-of-teamwork-everyone-should-practice/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fluoridealert.org/articles/thank-you/" TargetMode="External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publicdomainpictures.net/view-image.php?image=176655&amp;picture=&amp;jazyk=RU" TargetMode="External"/><Relationship Id="rId4" Type="http://schemas.openxmlformats.org/officeDocument/2006/relationships/image" Target="../media/image2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C3A5304-1DD4-1448-EB8F-F50DA11AEA9F}"/>
              </a:ext>
            </a:extLst>
          </p:cNvPr>
          <p:cNvSpPr/>
          <p:nvPr/>
        </p:nvSpPr>
        <p:spPr>
          <a:xfrm>
            <a:off x="0" y="0"/>
            <a:ext cx="4216400" cy="6858000"/>
          </a:xfrm>
          <a:prstGeom prst="rect">
            <a:avLst/>
          </a:prstGeom>
          <a:solidFill>
            <a:srgbClr val="1B13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2494D9B-A64C-5821-35E0-80140852AFAD}"/>
              </a:ext>
            </a:extLst>
          </p:cNvPr>
          <p:cNvSpPr/>
          <p:nvPr/>
        </p:nvSpPr>
        <p:spPr>
          <a:xfrm>
            <a:off x="1099226" y="0"/>
            <a:ext cx="6487746" cy="685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E0B9D15-33D0-DD82-F9B9-A62E397585AB}"/>
              </a:ext>
            </a:extLst>
          </p:cNvPr>
          <p:cNvGrpSpPr/>
          <p:nvPr/>
        </p:nvGrpSpPr>
        <p:grpSpPr>
          <a:xfrm rot="9009327">
            <a:off x="2699986" y="842115"/>
            <a:ext cx="2299791" cy="5170239"/>
            <a:chOff x="3753542" y="990487"/>
            <a:chExt cx="2046332" cy="4876222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E8F1EA6-1449-2D14-64DF-6AE6F61827F1}"/>
                </a:ext>
              </a:extLst>
            </p:cNvPr>
            <p:cNvSpPr/>
            <p:nvPr/>
          </p:nvSpPr>
          <p:spPr>
            <a:xfrm rot="2843287">
              <a:off x="3753542" y="3846218"/>
              <a:ext cx="2020491" cy="2020491"/>
            </a:xfrm>
            <a:custGeom>
              <a:avLst/>
              <a:gdLst>
                <a:gd name="connsiteX0" fmla="*/ 0 w 4040981"/>
                <a:gd name="connsiteY0" fmla="*/ 2020491 h 4040981"/>
                <a:gd name="connsiteX1" fmla="*/ 2020491 w 4040981"/>
                <a:gd name="connsiteY1" fmla="*/ 0 h 4040981"/>
                <a:gd name="connsiteX2" fmla="*/ 4040982 w 4040981"/>
                <a:gd name="connsiteY2" fmla="*/ 2020491 h 4040981"/>
                <a:gd name="connsiteX3" fmla="*/ 2020491 w 4040981"/>
                <a:gd name="connsiteY3" fmla="*/ 4040982 h 4040981"/>
                <a:gd name="connsiteX4" fmla="*/ 0 w 4040981"/>
                <a:gd name="connsiteY4" fmla="*/ 2020491 h 4040981"/>
                <a:gd name="connsiteX0" fmla="*/ 2020491 w 4040982"/>
                <a:gd name="connsiteY0" fmla="*/ 0 h 4040982"/>
                <a:gd name="connsiteX1" fmla="*/ 4040982 w 4040982"/>
                <a:gd name="connsiteY1" fmla="*/ 2020491 h 4040982"/>
                <a:gd name="connsiteX2" fmla="*/ 2020491 w 4040982"/>
                <a:gd name="connsiteY2" fmla="*/ 4040982 h 4040982"/>
                <a:gd name="connsiteX3" fmla="*/ 0 w 4040982"/>
                <a:gd name="connsiteY3" fmla="*/ 2020491 h 4040982"/>
                <a:gd name="connsiteX4" fmla="*/ 2111931 w 4040982"/>
                <a:gd name="connsiteY4" fmla="*/ 91440 h 4040982"/>
                <a:gd name="connsiteX0" fmla="*/ 2020491 w 4040982"/>
                <a:gd name="connsiteY0" fmla="*/ 0 h 4040982"/>
                <a:gd name="connsiteX1" fmla="*/ 4040982 w 4040982"/>
                <a:gd name="connsiteY1" fmla="*/ 2020491 h 4040982"/>
                <a:gd name="connsiteX2" fmla="*/ 2020491 w 4040982"/>
                <a:gd name="connsiteY2" fmla="*/ 4040982 h 4040982"/>
                <a:gd name="connsiteX3" fmla="*/ 0 w 4040982"/>
                <a:gd name="connsiteY3" fmla="*/ 2020491 h 4040982"/>
                <a:gd name="connsiteX0" fmla="*/ 4040982 w 4040982"/>
                <a:gd name="connsiteY0" fmla="*/ 0 h 2020491"/>
                <a:gd name="connsiteX1" fmla="*/ 2020491 w 4040982"/>
                <a:gd name="connsiteY1" fmla="*/ 2020491 h 2020491"/>
                <a:gd name="connsiteX2" fmla="*/ 0 w 4040982"/>
                <a:gd name="connsiteY2" fmla="*/ 0 h 2020491"/>
                <a:gd name="connsiteX0" fmla="*/ 2020491 w 2020491"/>
                <a:gd name="connsiteY0" fmla="*/ 0 h 2020491"/>
                <a:gd name="connsiteX1" fmla="*/ 0 w 2020491"/>
                <a:gd name="connsiteY1" fmla="*/ 2020491 h 202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20491" h="2020491">
                  <a:moveTo>
                    <a:pt x="2020491" y="0"/>
                  </a:moveTo>
                  <a:cubicBezTo>
                    <a:pt x="2020491" y="1115886"/>
                    <a:pt x="1115886" y="2020491"/>
                    <a:pt x="0" y="2020491"/>
                  </a:cubicBezTo>
                </a:path>
              </a:pathLst>
            </a:custGeom>
            <a:noFill/>
            <a:ln w="403225" cap="rnd">
              <a:gradFill>
                <a:gsLst>
                  <a:gs pos="0">
                    <a:schemeClr val="bg1"/>
                  </a:gs>
                  <a:gs pos="100000">
                    <a:srgbClr val="23AAAD"/>
                  </a:gs>
                </a:gsLst>
                <a:lin ang="21594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6BA0D63-1A8C-FA71-AF34-8D981C9DA020}"/>
                </a:ext>
              </a:extLst>
            </p:cNvPr>
            <p:cNvSpPr/>
            <p:nvPr/>
          </p:nvSpPr>
          <p:spPr>
            <a:xfrm rot="18815050">
              <a:off x="3779383" y="990487"/>
              <a:ext cx="2020491" cy="2020491"/>
            </a:xfrm>
            <a:custGeom>
              <a:avLst/>
              <a:gdLst>
                <a:gd name="connsiteX0" fmla="*/ 0 w 4040981"/>
                <a:gd name="connsiteY0" fmla="*/ 2020491 h 4040981"/>
                <a:gd name="connsiteX1" fmla="*/ 2020491 w 4040981"/>
                <a:gd name="connsiteY1" fmla="*/ 0 h 4040981"/>
                <a:gd name="connsiteX2" fmla="*/ 4040982 w 4040981"/>
                <a:gd name="connsiteY2" fmla="*/ 2020491 h 4040981"/>
                <a:gd name="connsiteX3" fmla="*/ 2020491 w 4040981"/>
                <a:gd name="connsiteY3" fmla="*/ 4040982 h 4040981"/>
                <a:gd name="connsiteX4" fmla="*/ 0 w 4040981"/>
                <a:gd name="connsiteY4" fmla="*/ 2020491 h 4040981"/>
                <a:gd name="connsiteX0" fmla="*/ 0 w 4040982"/>
                <a:gd name="connsiteY0" fmla="*/ 2020491 h 4040982"/>
                <a:gd name="connsiteX1" fmla="*/ 2020491 w 4040982"/>
                <a:gd name="connsiteY1" fmla="*/ 0 h 4040982"/>
                <a:gd name="connsiteX2" fmla="*/ 4040982 w 4040982"/>
                <a:gd name="connsiteY2" fmla="*/ 2020491 h 4040982"/>
                <a:gd name="connsiteX3" fmla="*/ 2020491 w 4040982"/>
                <a:gd name="connsiteY3" fmla="*/ 4040982 h 4040982"/>
                <a:gd name="connsiteX4" fmla="*/ 91440 w 4040982"/>
                <a:gd name="connsiteY4" fmla="*/ 2111931 h 4040982"/>
                <a:gd name="connsiteX0" fmla="*/ 1935425 w 3955916"/>
                <a:gd name="connsiteY0" fmla="*/ 0 h 4040982"/>
                <a:gd name="connsiteX1" fmla="*/ 3955916 w 3955916"/>
                <a:gd name="connsiteY1" fmla="*/ 2020491 h 4040982"/>
                <a:gd name="connsiteX2" fmla="*/ 1935425 w 3955916"/>
                <a:gd name="connsiteY2" fmla="*/ 4040982 h 4040982"/>
                <a:gd name="connsiteX3" fmla="*/ 6374 w 3955916"/>
                <a:gd name="connsiteY3" fmla="*/ 2111931 h 4040982"/>
                <a:gd name="connsiteX0" fmla="*/ 0 w 2020491"/>
                <a:gd name="connsiteY0" fmla="*/ 0 h 4040982"/>
                <a:gd name="connsiteX1" fmla="*/ 2020491 w 2020491"/>
                <a:gd name="connsiteY1" fmla="*/ 2020491 h 4040982"/>
                <a:gd name="connsiteX2" fmla="*/ 0 w 2020491"/>
                <a:gd name="connsiteY2" fmla="*/ 4040982 h 4040982"/>
                <a:gd name="connsiteX0" fmla="*/ 0 w 2020491"/>
                <a:gd name="connsiteY0" fmla="*/ 0 h 2020491"/>
                <a:gd name="connsiteX1" fmla="*/ 2020491 w 2020491"/>
                <a:gd name="connsiteY1" fmla="*/ 2020491 h 202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20491" h="2020491">
                  <a:moveTo>
                    <a:pt x="0" y="0"/>
                  </a:moveTo>
                  <a:cubicBezTo>
                    <a:pt x="1115886" y="0"/>
                    <a:pt x="2020491" y="904605"/>
                    <a:pt x="2020491" y="2020491"/>
                  </a:cubicBezTo>
                </a:path>
              </a:pathLst>
            </a:custGeom>
            <a:noFill/>
            <a:ln w="403225" cap="rnd">
              <a:gradFill>
                <a:gsLst>
                  <a:gs pos="100000">
                    <a:schemeClr val="bg1"/>
                  </a:gs>
                  <a:gs pos="0">
                    <a:srgbClr val="F39E34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C2901F9-9853-73A1-D369-8A28185FC681}"/>
              </a:ext>
            </a:extLst>
          </p:cNvPr>
          <p:cNvSpPr txBox="1"/>
          <p:nvPr/>
        </p:nvSpPr>
        <p:spPr>
          <a:xfrm>
            <a:off x="6207423" y="1913466"/>
            <a:ext cx="6164532" cy="20851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70000"/>
              </a:lnSpc>
            </a:pPr>
            <a:r>
              <a:rPr lang="en-US" sz="6000" b="1" spc="-300" dirty="0">
                <a:solidFill>
                  <a:srgbClr val="1B134C"/>
                </a:solidFill>
                <a:latin typeface="Poppins"/>
                <a:cs typeface="Poppins"/>
              </a:rPr>
              <a:t>Role Based</a:t>
            </a:r>
          </a:p>
          <a:p>
            <a:pPr>
              <a:lnSpc>
                <a:spcPct val="70000"/>
              </a:lnSpc>
            </a:pPr>
            <a:r>
              <a:rPr lang="en-US" sz="6000" b="1" spc="-300" dirty="0">
                <a:solidFill>
                  <a:srgbClr val="1B134C"/>
                </a:solidFill>
                <a:latin typeface="Poppins"/>
                <a:cs typeface="Poppins"/>
              </a:rPr>
              <a:t>Task Tracking System </a:t>
            </a:r>
            <a:r>
              <a:rPr lang="en-US" sz="4800" b="1" spc="-300" dirty="0">
                <a:solidFill>
                  <a:srgbClr val="1B134C"/>
                </a:solidFill>
                <a:latin typeface="Poppins"/>
                <a:cs typeface="Poppins"/>
              </a:rPr>
              <a:t>(RBTTS)</a:t>
            </a:r>
            <a:endParaRPr lang="en-US" sz="6000" b="1" spc="-300" dirty="0">
              <a:solidFill>
                <a:srgbClr val="1B134C"/>
              </a:solidFill>
              <a:latin typeface="Poppins"/>
              <a:cs typeface="Poppin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1895CA-783E-4D67-0B80-4F581E510DFC}"/>
              </a:ext>
            </a:extLst>
          </p:cNvPr>
          <p:cNvSpPr txBox="1"/>
          <p:nvPr/>
        </p:nvSpPr>
        <p:spPr>
          <a:xfrm>
            <a:off x="6207423" y="3901941"/>
            <a:ext cx="50572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spc="-150" dirty="0">
                <a:solidFill>
                  <a:srgbClr val="23AAA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Tracking Made Simple,</a:t>
            </a:r>
          </a:p>
          <a:p>
            <a:r>
              <a:rPr lang="en-US" sz="3200" spc="-150" dirty="0">
                <a:solidFill>
                  <a:srgbClr val="23AAA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Results Made Powerful.</a:t>
            </a:r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4C91A7A9-76C6-5C2E-478B-78958A205DC7}"/>
              </a:ext>
            </a:extLst>
          </p:cNvPr>
          <p:cNvSpPr/>
          <p:nvPr/>
        </p:nvSpPr>
        <p:spPr>
          <a:xfrm>
            <a:off x="8602375" y="935700"/>
            <a:ext cx="431800" cy="431800"/>
          </a:xfrm>
          <a:prstGeom prst="flowChartConnector">
            <a:avLst/>
          </a:prstGeom>
          <a:solidFill>
            <a:srgbClr val="23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6C79B913-9121-C0E3-775A-7CF709668169}"/>
              </a:ext>
            </a:extLst>
          </p:cNvPr>
          <p:cNvSpPr/>
          <p:nvPr/>
        </p:nvSpPr>
        <p:spPr>
          <a:xfrm>
            <a:off x="5899052" y="5282499"/>
            <a:ext cx="229893" cy="229893"/>
          </a:xfrm>
          <a:prstGeom prst="flowChartConnector">
            <a:avLst/>
          </a:prstGeom>
          <a:solidFill>
            <a:srgbClr val="23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7D55A065-5D8F-699B-CAD5-956600A06FD1}"/>
              </a:ext>
            </a:extLst>
          </p:cNvPr>
          <p:cNvSpPr/>
          <p:nvPr/>
        </p:nvSpPr>
        <p:spPr>
          <a:xfrm>
            <a:off x="10997406" y="5740400"/>
            <a:ext cx="431800" cy="431800"/>
          </a:xfrm>
          <a:prstGeom prst="flowChartConnector">
            <a:avLst/>
          </a:prstGeom>
          <a:solidFill>
            <a:srgbClr val="F39E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7F52F024-178F-4960-6EC5-A5B6B07D9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5294" y="209112"/>
            <a:ext cx="961988" cy="961988"/>
          </a:xfrm>
          <a:prstGeom prst="rect">
            <a:avLst/>
          </a:prstGeom>
        </p:spPr>
      </p:pic>
      <p:pic>
        <p:nvPicPr>
          <p:cNvPr id="1030" name="Picture 6" descr="5 Techniques for Tracking Project Progress with Tools, Metrics, and  Strategies | Amoeboids">
            <a:extLst>
              <a:ext uri="{FF2B5EF4-FFF2-40B4-BE49-F238E27FC236}">
                <a16:creationId xmlns:a16="http://schemas.microsoft.com/office/drawing/2014/main" id="{4BE107C0-67F4-5D7D-7CE8-2BCD248AC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7387" y="1445218"/>
            <a:ext cx="4389400" cy="329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9B0E08D-CB78-C8A5-B8B3-A9E5CDDC902C}"/>
              </a:ext>
            </a:extLst>
          </p:cNvPr>
          <p:cNvSpPr txBox="1"/>
          <p:nvPr/>
        </p:nvSpPr>
        <p:spPr>
          <a:xfrm>
            <a:off x="6378524" y="5124847"/>
            <a:ext cx="334263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NANDINI KAMEPALLI</a:t>
            </a:r>
          </a:p>
          <a:p>
            <a:r>
              <a:rPr lang="en-US" b="1" dirty="0">
                <a:solidFill>
                  <a:srgbClr val="23AAA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Presenter</a:t>
            </a:r>
          </a:p>
        </p:txBody>
      </p:sp>
    </p:spTree>
    <p:extLst>
      <p:ext uri="{BB962C8B-B14F-4D97-AF65-F5344CB8AC3E}">
        <p14:creationId xmlns:p14="http://schemas.microsoft.com/office/powerpoint/2010/main" val="2256709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6DA15-8597-2A9F-650D-70E035BE6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7CDA309-7FA5-441B-FE99-4F8D6541D419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9077" y="0"/>
            <a:chExt cx="12192000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0B43699-F1A1-7802-0CBA-1F0634732C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882" b="8882"/>
            <a:stretch>
              <a:fillRect/>
            </a:stretch>
          </p:blipFill>
          <p:spPr>
            <a:xfrm>
              <a:off x="9077" y="0"/>
              <a:ext cx="12192000" cy="6858000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2B7CC15-EB54-24A9-F0D5-3184D3E8D1C5}"/>
                </a:ext>
              </a:extLst>
            </p:cNvPr>
            <p:cNvSpPr/>
            <p:nvPr/>
          </p:nvSpPr>
          <p:spPr>
            <a:xfrm>
              <a:off x="983542" y="734321"/>
              <a:ext cx="10243068" cy="5686146"/>
            </a:xfrm>
            <a:prstGeom prst="rect">
              <a:avLst/>
            </a:prstGeom>
            <a:solidFill>
              <a:srgbClr val="23AAA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F9B53C5-D5B4-4A03-0F9C-383CEA65F8DE}"/>
                </a:ext>
              </a:extLst>
            </p:cNvPr>
            <p:cNvSpPr txBox="1"/>
            <p:nvPr/>
          </p:nvSpPr>
          <p:spPr>
            <a:xfrm>
              <a:off x="3674863" y="1038701"/>
              <a:ext cx="4860427" cy="60580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>
                <a:lnSpc>
                  <a:spcPct val="70000"/>
                </a:lnSpc>
              </a:pPr>
              <a:r>
                <a:rPr lang="en-US" sz="4400" b="1" spc="-300" dirty="0">
                  <a:solidFill>
                    <a:srgbClr val="F39E34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Learning</a:t>
              </a:r>
              <a:r>
                <a:rPr lang="en-US" sz="4400" b="1" spc="-3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r>
                <a:rPr lang="en-US" sz="4400" b="1" spc="-300" dirty="0">
                  <a:solidFill>
                    <a:srgbClr val="1B134C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Journey</a:t>
              </a:r>
            </a:p>
          </p:txBody>
        </p:sp>
      </p:grpSp>
      <p:graphicFrame>
        <p:nvGraphicFramePr>
          <p:cNvPr id="5" name="Content Placeholder 5">
            <a:extLst>
              <a:ext uri="{FF2B5EF4-FFF2-40B4-BE49-F238E27FC236}">
                <a16:creationId xmlns:a16="http://schemas.microsoft.com/office/drawing/2014/main" id="{BFDFD2C9-550D-BFA9-5D3F-91A88E10FF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7379612"/>
              </p:ext>
            </p:extLst>
          </p:nvPr>
        </p:nvGraphicFramePr>
        <p:xfrm>
          <a:off x="1918252" y="1822428"/>
          <a:ext cx="8850728" cy="393458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385271">
                  <a:extLst>
                    <a:ext uri="{9D8B030D-6E8A-4147-A177-3AD203B41FA5}">
                      <a16:colId xmlns:a16="http://schemas.microsoft.com/office/drawing/2014/main" val="1191483027"/>
                    </a:ext>
                  </a:extLst>
                </a:gridCol>
                <a:gridCol w="4465457">
                  <a:extLst>
                    <a:ext uri="{9D8B030D-6E8A-4147-A177-3AD203B41FA5}">
                      <a16:colId xmlns:a16="http://schemas.microsoft.com/office/drawing/2014/main" val="4165374343"/>
                    </a:ext>
                  </a:extLst>
                </a:gridCol>
              </a:tblGrid>
              <a:tr h="782196">
                <a:tc>
                  <a:txBody>
                    <a:bodyPr/>
                    <a:lstStyle/>
                    <a:p>
                      <a:pPr algn="ctr"/>
                      <a:r>
                        <a:rPr lang="en-US" sz="1800" b="1" spc="0" dirty="0">
                          <a:solidFill>
                            <a:srgbClr val="1B134C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Training Highlights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rgbClr val="1B134C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Project Learnings</a:t>
                      </a:r>
                      <a:endParaRPr lang="en-US" sz="1800" b="1" dirty="0">
                        <a:solidFill>
                          <a:srgbClr val="1B134C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9030428"/>
                  </a:ext>
                </a:extLst>
              </a:tr>
              <a:tr h="782196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rgbClr val="1B134C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FastAPI &amp; </a:t>
                      </a:r>
                      <a:r>
                        <a:rPr lang="en-US" sz="1400" b="0" kern="1200" dirty="0" err="1">
                          <a:solidFill>
                            <a:srgbClr val="1B134C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Pydantic</a:t>
                      </a:r>
                      <a:r>
                        <a:rPr lang="en-US" sz="1400" b="0" kern="1200" dirty="0">
                          <a:solidFill>
                            <a:srgbClr val="1B134C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for backend development</a:t>
                      </a:r>
                      <a:endParaRPr lang="en-US" sz="1400" b="0" i="0" kern="1200" dirty="0">
                        <a:solidFill>
                          <a:srgbClr val="1B134C"/>
                        </a:solidFill>
                        <a:effectLst/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rgbClr val="1B134C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Project &amp; Task management workflow implementation</a:t>
                      </a:r>
                      <a:endParaRPr lang="en-US" sz="1400" b="0" i="0" kern="1200" dirty="0">
                        <a:solidFill>
                          <a:srgbClr val="1B134C"/>
                        </a:solidFill>
                        <a:effectLst/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3846104"/>
                  </a:ext>
                </a:extLst>
              </a:tr>
              <a:tr h="805801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Async programming &amp; API performance optimization</a:t>
                      </a:r>
                      <a:endParaRPr lang="en-US" sz="1400" dirty="0">
                        <a:solidFill>
                          <a:srgbClr val="1B134C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rgbClr val="1B134C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Role-based access control (Admin, Manager, Team Member)</a:t>
                      </a:r>
                      <a:endParaRPr lang="en-US" sz="1400" dirty="0">
                        <a:solidFill>
                          <a:srgbClr val="1B134C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2753319"/>
                  </a:ext>
                </a:extLst>
              </a:tr>
              <a:tr h="782196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JWT authentication, password security, and account locking</a:t>
                      </a:r>
                      <a:endParaRPr lang="en-US" sz="1400" dirty="0">
                        <a:solidFill>
                          <a:srgbClr val="1B134C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rgbClr val="1B134C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REST API development &amp; modular code structuring</a:t>
                      </a:r>
                      <a:endParaRPr lang="en-US" sz="1400" b="1" dirty="0">
                        <a:solidFill>
                          <a:srgbClr val="1B134C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1897224"/>
                  </a:ext>
                </a:extLst>
              </a:tr>
              <a:tr h="782196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1400" b="0" kern="1200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GPT, FAISS, </a:t>
                      </a:r>
                      <a:r>
                        <a:rPr lang="fr-FR" sz="1400" b="0" kern="1200" dirty="0" err="1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LangChain</a:t>
                      </a:r>
                      <a:r>
                        <a:rPr lang="fr-FR" sz="1400" b="0" kern="1200" dirty="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for AI/ML applications</a:t>
                      </a:r>
                      <a:endParaRPr lang="en-US" sz="1400" dirty="0">
                        <a:solidFill>
                          <a:srgbClr val="1B134C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rgbClr val="1B134C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Logging, security handling, and debugging</a:t>
                      </a:r>
                      <a:endParaRPr lang="en-US" sz="1400" dirty="0">
                        <a:solidFill>
                          <a:srgbClr val="1B134C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8775759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83221803-6BEA-0EFE-D2E3-03E12A4E876D}"/>
              </a:ext>
            </a:extLst>
          </p:cNvPr>
          <p:cNvSpPr/>
          <p:nvPr/>
        </p:nvSpPr>
        <p:spPr>
          <a:xfrm>
            <a:off x="1206230" y="1038700"/>
            <a:ext cx="214008" cy="22589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book on a plate&#10;&#10;Description automatically generated">
            <a:extLst>
              <a:ext uri="{FF2B5EF4-FFF2-40B4-BE49-F238E27FC236}">
                <a16:creationId xmlns:a16="http://schemas.microsoft.com/office/drawing/2014/main" id="{2F3C0E71-6C9A-AD1E-BBD4-1970E34423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2145496" y="1975199"/>
            <a:ext cx="643099" cy="643099"/>
          </a:xfrm>
          <a:prstGeom prst="ellipse">
            <a:avLst/>
          </a:prstGeom>
        </p:spPr>
      </p:pic>
      <p:pic>
        <p:nvPicPr>
          <p:cNvPr id="32" name="Picture 31" descr="A close-up of a gear&#10;&#10;Description automatically generated">
            <a:extLst>
              <a:ext uri="{FF2B5EF4-FFF2-40B4-BE49-F238E27FC236}">
                <a16:creationId xmlns:a16="http://schemas.microsoft.com/office/drawing/2014/main" id="{6059A3B5-B6CF-8147-D6A8-B171CD7C6FB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6611565" y="1975199"/>
            <a:ext cx="559526" cy="55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956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055C5D4-DBDF-33EC-4587-DDFBCF32D089}"/>
              </a:ext>
            </a:extLst>
          </p:cNvPr>
          <p:cNvSpPr/>
          <p:nvPr/>
        </p:nvSpPr>
        <p:spPr>
          <a:xfrm>
            <a:off x="9812573" y="4578645"/>
            <a:ext cx="2057400" cy="1943100"/>
          </a:xfrm>
          <a:prstGeom prst="rect">
            <a:avLst/>
          </a:prstGeom>
          <a:solidFill>
            <a:srgbClr val="F39E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DB223A-9D6B-E2E0-6732-47430A2EF29D}"/>
              </a:ext>
            </a:extLst>
          </p:cNvPr>
          <p:cNvSpPr txBox="1"/>
          <p:nvPr/>
        </p:nvSpPr>
        <p:spPr>
          <a:xfrm>
            <a:off x="618333" y="2282756"/>
            <a:ext cx="656068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Clr>
                <a:srgbClr val="F39E34"/>
              </a:buClr>
              <a:buSzPct val="106000"/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Managing projects and tasks across different roles such as Admin, Manager, Developer, and Tester often becomes inefficient without a centralized system.</a:t>
            </a:r>
          </a:p>
          <a:p>
            <a:pPr marL="285750" indent="-285750" algn="just">
              <a:buClr>
                <a:srgbClr val="F39E34"/>
              </a:buClr>
              <a:buSzPct val="106000"/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Teams face difficulties in tracking task assignments, monitoring progress, and ensuring accountability, which leads to delays and miscommunication.</a:t>
            </a:r>
          </a:p>
          <a:p>
            <a:pPr marL="285750" indent="-285750" algn="just">
              <a:buClr>
                <a:srgbClr val="F39E34"/>
              </a:buClr>
              <a:buSzPct val="106000"/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Additionally, role-based access control and secure collaboration are often lacking, making it challenging to enforce permissions effectively.</a:t>
            </a:r>
          </a:p>
          <a:p>
            <a:pPr marL="285750" indent="-285750" algn="just">
              <a:buClr>
                <a:srgbClr val="F39E34"/>
              </a:buClr>
              <a:buSzPct val="106000"/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Without clear visibility into project and task workflows, organizations struggle with bottlenecks in development and testing, reducing overall productivity.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D6280C-B1AC-E4E9-D7B9-00506334F729}"/>
              </a:ext>
            </a:extLst>
          </p:cNvPr>
          <p:cNvSpPr txBox="1"/>
          <p:nvPr/>
        </p:nvSpPr>
        <p:spPr>
          <a:xfrm>
            <a:off x="618333" y="696991"/>
            <a:ext cx="4624876" cy="15735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0000"/>
              </a:lnSpc>
            </a:pPr>
            <a:r>
              <a:rPr lang="en-US" sz="6600" b="1" spc="-300" dirty="0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Problem</a:t>
            </a:r>
            <a:br>
              <a:rPr lang="en-US" sz="6600" b="1" spc="-300" dirty="0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6600" b="1" spc="-300" dirty="0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Statement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95D5C1-CD53-1E56-E137-1E3DA2F697E6}"/>
              </a:ext>
            </a:extLst>
          </p:cNvPr>
          <p:cNvSpPr/>
          <p:nvPr/>
        </p:nvSpPr>
        <p:spPr>
          <a:xfrm>
            <a:off x="7677150" y="628650"/>
            <a:ext cx="3705225" cy="5124450"/>
          </a:xfrm>
          <a:prstGeom prst="rect">
            <a:avLst/>
          </a:prstGeom>
          <a:solidFill>
            <a:srgbClr val="1B13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Image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AEFBDE8-B5E7-821B-23CA-6944C624FA10}"/>
              </a:ext>
            </a:extLst>
          </p:cNvPr>
          <p:cNvSpPr/>
          <p:nvPr/>
        </p:nvSpPr>
        <p:spPr>
          <a:xfrm>
            <a:off x="7448550" y="316207"/>
            <a:ext cx="542925" cy="1647826"/>
          </a:xfrm>
          <a:prstGeom prst="rect">
            <a:avLst/>
          </a:prstGeom>
          <a:solidFill>
            <a:srgbClr val="23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B8CC1CC-D37A-12A9-8425-B775666407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5008" y="1850239"/>
            <a:ext cx="3589507" cy="343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749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370CC-C73F-CD0F-0D16-921E02CF0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23F79170-959F-EA47-10D8-78D69856577D}"/>
              </a:ext>
            </a:extLst>
          </p:cNvPr>
          <p:cNvSpPr/>
          <p:nvPr/>
        </p:nvSpPr>
        <p:spPr>
          <a:xfrm>
            <a:off x="7448550" y="316207"/>
            <a:ext cx="542925" cy="1647826"/>
          </a:xfrm>
          <a:prstGeom prst="rect">
            <a:avLst/>
          </a:prstGeom>
          <a:solidFill>
            <a:srgbClr val="23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4BB665-C020-E5B8-BD04-709C92A49BA0}"/>
              </a:ext>
            </a:extLst>
          </p:cNvPr>
          <p:cNvSpPr txBox="1"/>
          <p:nvPr/>
        </p:nvSpPr>
        <p:spPr>
          <a:xfrm>
            <a:off x="618333" y="2282756"/>
            <a:ext cx="656068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Clr>
                <a:srgbClr val="F39E34"/>
              </a:buClr>
              <a:buSzPct val="103000"/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 address these challenges, we propose a Role-Based Task Tracking System (RBTTS) that provides a centralized platform for managing projects, tasks, and workflows.</a:t>
            </a:r>
          </a:p>
          <a:p>
            <a:pPr marL="285750" indent="-285750" algn="just">
              <a:buClr>
                <a:srgbClr val="F39E34"/>
              </a:buClr>
              <a:buSzPct val="103000"/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system ensures clear assignment of responsibilities, status tracking, and transparent communication across all roles, reducing delays and mismanagement.</a:t>
            </a:r>
          </a:p>
          <a:p>
            <a:pPr marL="285750" indent="-285750" algn="just">
              <a:buClr>
                <a:srgbClr val="F39E34"/>
              </a:buClr>
              <a:buSzPct val="103000"/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By implementing role-based access control, secure authentication, and detailed activity logging, the system maintains accountability while protecting sensitive data.</a:t>
            </a:r>
          </a:p>
          <a:p>
            <a:pPr marL="285750" indent="-285750" algn="just">
              <a:buClr>
                <a:srgbClr val="F39E34"/>
              </a:buClr>
              <a:buSzPct val="103000"/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With structured workflows for Admins, Managers, Developers, and Testers, RBTTS streamlines collaboration, improves productivity, and enhances project visibility.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BD6A68-6DE1-9E52-E4DF-6E2DE50A1CDD}"/>
              </a:ext>
            </a:extLst>
          </p:cNvPr>
          <p:cNvSpPr txBox="1"/>
          <p:nvPr/>
        </p:nvSpPr>
        <p:spPr>
          <a:xfrm>
            <a:off x="618333" y="696991"/>
            <a:ext cx="4381499" cy="15735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0000"/>
              </a:lnSpc>
            </a:pPr>
            <a:r>
              <a:rPr lang="en-US" sz="6600" b="1" spc="-300" dirty="0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Proposed Solution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FE64C8A-539C-0229-E189-05CA483E3707}"/>
              </a:ext>
            </a:extLst>
          </p:cNvPr>
          <p:cNvSpPr/>
          <p:nvPr/>
        </p:nvSpPr>
        <p:spPr>
          <a:xfrm>
            <a:off x="7677150" y="628650"/>
            <a:ext cx="3705225" cy="5124450"/>
          </a:xfrm>
          <a:prstGeom prst="rect">
            <a:avLst/>
          </a:prstGeom>
          <a:solidFill>
            <a:srgbClr val="1B13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Image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2327A2-743C-31AE-C202-FD0BD4A09195}"/>
              </a:ext>
            </a:extLst>
          </p:cNvPr>
          <p:cNvSpPr/>
          <p:nvPr/>
        </p:nvSpPr>
        <p:spPr>
          <a:xfrm>
            <a:off x="9725025" y="4267826"/>
            <a:ext cx="2057400" cy="1943100"/>
          </a:xfrm>
          <a:prstGeom prst="rect">
            <a:avLst/>
          </a:prstGeom>
          <a:solidFill>
            <a:srgbClr val="F39E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50" name="Picture 6" descr="Business Solution Illustrations - Free Download in SVG, PNG">
            <a:extLst>
              <a:ext uri="{FF2B5EF4-FFF2-40B4-BE49-F238E27FC236}">
                <a16:creationId xmlns:a16="http://schemas.microsoft.com/office/drawing/2014/main" id="{8036850D-88D9-4ACC-F871-F47ABDFA10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0012" y="1104900"/>
            <a:ext cx="3533609" cy="3029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7600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2875B-1404-C8FC-0613-3508F9668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CF1B808-D1B9-6CDA-58AF-6C21FF926AF5}"/>
              </a:ext>
            </a:extLst>
          </p:cNvPr>
          <p:cNvSpPr txBox="1"/>
          <p:nvPr/>
        </p:nvSpPr>
        <p:spPr>
          <a:xfrm>
            <a:off x="618332" y="4098638"/>
            <a:ext cx="654446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Built for teams of all sizes, the system helps managers and team members stay organized, aligned</a:t>
            </a:r>
            <a:r>
              <a:rPr lang="en-US" sz="1600" b="1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</a:t>
            </a:r>
            <a:r>
              <a:rPr lang="en-US" sz="1600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and focused on project goals by providing structured task workflows and timelines. Planned future enhancements, such as </a:t>
            </a:r>
            <a:r>
              <a:rPr lang="en-US" sz="1600" b="1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intelligent</a:t>
            </a:r>
            <a:r>
              <a:rPr lang="en-US" sz="1600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600" b="1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automation</a:t>
            </a:r>
            <a:r>
              <a:rPr lang="en-US" sz="1600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and bot assistance, will further optimize task handling and make </a:t>
            </a:r>
            <a:r>
              <a:rPr lang="en-US" sz="1600" b="1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project management </a:t>
            </a:r>
            <a:r>
              <a:rPr lang="en-US" sz="1600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smarter and more efficient.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6CE48C-235B-2939-339B-A6A5F5388D37}"/>
              </a:ext>
            </a:extLst>
          </p:cNvPr>
          <p:cNvSpPr txBox="1"/>
          <p:nvPr/>
        </p:nvSpPr>
        <p:spPr>
          <a:xfrm>
            <a:off x="618332" y="2282756"/>
            <a:ext cx="665876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RBTTS</a:t>
            </a:r>
            <a:r>
              <a:rPr lang="en-US" sz="1600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is a mini-Jira–like task tracking system designed to simplify project management and enhance team productivity. It enables users to create, assign, and monitor tasks efficiently, while offering clear visibility into </a:t>
            </a:r>
            <a:r>
              <a:rPr lang="en-US" sz="1600" b="1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progress and deadlines</a:t>
            </a:r>
            <a:r>
              <a:rPr lang="en-US" sz="1600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 With its streamlined approach, RBTTS promotes transparency, accountability, and effective collaboration across all roles within an organization.</a:t>
            </a:r>
            <a:endParaRPr lang="en-US" sz="1200">
              <a:solidFill>
                <a:srgbClr val="1B134C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59FFE3-6AC7-9D65-5FC3-3CA5E913DA1C}"/>
              </a:ext>
            </a:extLst>
          </p:cNvPr>
          <p:cNvSpPr txBox="1"/>
          <p:nvPr/>
        </p:nvSpPr>
        <p:spPr>
          <a:xfrm>
            <a:off x="618333" y="696991"/>
            <a:ext cx="4381499" cy="15735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0000"/>
              </a:lnSpc>
            </a:pPr>
            <a:r>
              <a:rPr lang="en-US" sz="6600" b="1" spc="-300" dirty="0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Project Overview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A5233E-257C-5FE4-9B1A-02B8335E5930}"/>
              </a:ext>
            </a:extLst>
          </p:cNvPr>
          <p:cNvSpPr/>
          <p:nvPr/>
        </p:nvSpPr>
        <p:spPr>
          <a:xfrm>
            <a:off x="7677150" y="628650"/>
            <a:ext cx="3705225" cy="5124450"/>
          </a:xfrm>
          <a:prstGeom prst="rect">
            <a:avLst/>
          </a:prstGeom>
          <a:solidFill>
            <a:srgbClr val="1B13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Image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70CEBC-E27B-D714-6132-913D488C061C}"/>
              </a:ext>
            </a:extLst>
          </p:cNvPr>
          <p:cNvSpPr/>
          <p:nvPr/>
        </p:nvSpPr>
        <p:spPr>
          <a:xfrm>
            <a:off x="9725025" y="4267826"/>
            <a:ext cx="2057400" cy="1943100"/>
          </a:xfrm>
          <a:prstGeom prst="rect">
            <a:avLst/>
          </a:prstGeom>
          <a:solidFill>
            <a:srgbClr val="F39E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A40F520-EEEE-F40A-4C1B-80D77CC25D7D}"/>
              </a:ext>
            </a:extLst>
          </p:cNvPr>
          <p:cNvSpPr/>
          <p:nvPr/>
        </p:nvSpPr>
        <p:spPr>
          <a:xfrm>
            <a:off x="7448550" y="316207"/>
            <a:ext cx="542925" cy="1647826"/>
          </a:xfrm>
          <a:prstGeom prst="rect">
            <a:avLst/>
          </a:prstGeom>
          <a:solidFill>
            <a:srgbClr val="23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7AF74E5-4CE2-5138-8AA5-2099892D8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7150" y="1260752"/>
            <a:ext cx="3429000" cy="3719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569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C5D6E-75BE-3BF8-DDFF-AEFFFAB72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E444ED-87CB-1698-015F-8C5295054B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82" b="888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06E736C-1227-C0DA-94D9-E520C71916E2}"/>
              </a:ext>
            </a:extLst>
          </p:cNvPr>
          <p:cNvSpPr/>
          <p:nvPr/>
        </p:nvSpPr>
        <p:spPr>
          <a:xfrm>
            <a:off x="493486" y="0"/>
            <a:ext cx="6275608" cy="5210629"/>
          </a:xfrm>
          <a:prstGeom prst="rect">
            <a:avLst/>
          </a:prstGeom>
          <a:solidFill>
            <a:srgbClr val="23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335217-7D2D-3A92-6CFA-B96DAA7B6CCC}"/>
              </a:ext>
            </a:extLst>
          </p:cNvPr>
          <p:cNvSpPr txBox="1"/>
          <p:nvPr/>
        </p:nvSpPr>
        <p:spPr>
          <a:xfrm>
            <a:off x="1042989" y="1902732"/>
            <a:ext cx="457596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Implement role-based access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Enable project-based task tracking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Support full CRUD operations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Track task progress with status updates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Ensure strong authentication and security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Enable efficient task tracking by user roles and assignments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Ensure robust backend with authentication and logging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Provide secure, role-based access to data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41214E-DA30-18B9-9279-561310A407E1}"/>
              </a:ext>
            </a:extLst>
          </p:cNvPr>
          <p:cNvSpPr txBox="1"/>
          <p:nvPr/>
        </p:nvSpPr>
        <p:spPr>
          <a:xfrm>
            <a:off x="1042989" y="708666"/>
            <a:ext cx="4381499" cy="65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0000"/>
              </a:lnSpc>
            </a:pPr>
            <a:r>
              <a:rPr lang="en-US" sz="4800" b="1" spc="-3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Features</a:t>
            </a:r>
          </a:p>
        </p:txBody>
      </p:sp>
    </p:spTree>
    <p:extLst>
      <p:ext uri="{BB962C8B-B14F-4D97-AF65-F5344CB8AC3E}">
        <p14:creationId xmlns:p14="http://schemas.microsoft.com/office/powerpoint/2010/main" val="3018656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088F8-073A-5FCF-7308-2EC60CDF3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BCCEC3B-C0D3-843C-32F3-72780EA21026}"/>
              </a:ext>
            </a:extLst>
          </p:cNvPr>
          <p:cNvSpPr txBox="1"/>
          <p:nvPr/>
        </p:nvSpPr>
        <p:spPr>
          <a:xfrm>
            <a:off x="609153" y="794132"/>
            <a:ext cx="3501952" cy="55912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70000"/>
              </a:lnSpc>
            </a:pPr>
            <a:r>
              <a:rPr lang="en-US" sz="4000" b="1" spc="-300" dirty="0">
                <a:solidFill>
                  <a:srgbClr val="23AAA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TECH </a:t>
            </a:r>
            <a:r>
              <a:rPr lang="en-US" sz="4000" b="1" spc="-300" dirty="0">
                <a:solidFill>
                  <a:srgbClr val="F39E3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STACK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EFEB41-F2DB-96D6-EC81-7B4533E7A9D2}"/>
              </a:ext>
            </a:extLst>
          </p:cNvPr>
          <p:cNvSpPr txBox="1"/>
          <p:nvPr/>
        </p:nvSpPr>
        <p:spPr>
          <a:xfrm>
            <a:off x="444316" y="4894317"/>
            <a:ext cx="29891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 modern, high-performance Python framework powering all APIs, business logic, and user management for seamless backend operations.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D27CD7-4619-FFF5-0D5E-D957F5CFCC3C}"/>
              </a:ext>
            </a:extLst>
          </p:cNvPr>
          <p:cNvSpPr txBox="1"/>
          <p:nvPr/>
        </p:nvSpPr>
        <p:spPr>
          <a:xfrm>
            <a:off x="4691182" y="4786596"/>
            <a:ext cx="306055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 flexible, scalable NoSQL database that stores users, projects, tasks, and login activity, enabling efficient data management and retrieval.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C4DEE0-C107-F55E-474C-571FCA10CAAB}"/>
              </a:ext>
            </a:extLst>
          </p:cNvPr>
          <p:cNvSpPr txBox="1"/>
          <p:nvPr/>
        </p:nvSpPr>
        <p:spPr>
          <a:xfrm>
            <a:off x="8944107" y="4786596"/>
            <a:ext cx="275211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Robust authentication and session management using JWT tokens, password hashing, and login tracking to ensure secure and controlled access.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7856AE-B9D0-ABBB-4890-0ABBF6EFD8B0}"/>
              </a:ext>
            </a:extLst>
          </p:cNvPr>
          <p:cNvSpPr txBox="1"/>
          <p:nvPr/>
        </p:nvSpPr>
        <p:spPr>
          <a:xfrm>
            <a:off x="444316" y="3505730"/>
            <a:ext cx="2454882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en-US" sz="2800" b="1">
                <a:solidFill>
                  <a:srgbClr val="23AAAD"/>
                </a:solidFill>
                <a:latin typeface="Poppins" panose="00000500000000000000" pitchFamily="2" charset="0"/>
                <a:ea typeface="ADLaM Display" panose="020F0502020204030204" pitchFamily="2" charset="0"/>
                <a:cs typeface="Poppins" panose="00000500000000000000" pitchFamily="2" charset="0"/>
              </a:rPr>
              <a:t>Backend:</a:t>
            </a:r>
          </a:p>
          <a:p>
            <a:pPr algn="just"/>
            <a:r>
              <a:rPr lang="en-US" sz="2800" b="1">
                <a:solidFill>
                  <a:srgbClr val="23AAAD"/>
                </a:solidFill>
                <a:latin typeface="Poppins" panose="00000500000000000000" pitchFamily="2" charset="0"/>
                <a:ea typeface="ADLaM Display" panose="020F0502020204030204" pitchFamily="2" charset="0"/>
                <a:cs typeface="Poppins" panose="00000500000000000000" pitchFamily="2" charset="0"/>
              </a:rPr>
              <a:t> </a:t>
            </a:r>
            <a:r>
              <a:rPr lang="en-US">
                <a:solidFill>
                  <a:srgbClr val="F39E34"/>
                </a:solidFill>
                <a:latin typeface="Poppins" panose="00000500000000000000" pitchFamily="2" charset="0"/>
                <a:ea typeface="ADLaM Display" panose="020F0502020204030204" pitchFamily="2" charset="0"/>
                <a:cs typeface="Poppins" panose="00000500000000000000" pitchFamily="2" charset="0"/>
              </a:rPr>
              <a:t>Python + FastAPI</a:t>
            </a:r>
            <a:endParaRPr lang="en-US" sz="2800">
              <a:solidFill>
                <a:srgbClr val="F39E34"/>
              </a:solidFill>
              <a:latin typeface="Poppins" panose="00000500000000000000" pitchFamily="2" charset="0"/>
              <a:ea typeface="ADLaM Display" panose="020F0502020204030204" pitchFamily="2" charset="0"/>
              <a:cs typeface="Poppins" panose="000005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3B31B0-2FE1-CB8C-9BD4-AF58FA3222EF}"/>
              </a:ext>
            </a:extLst>
          </p:cNvPr>
          <p:cNvSpPr txBox="1"/>
          <p:nvPr/>
        </p:nvSpPr>
        <p:spPr>
          <a:xfrm>
            <a:off x="4747745" y="3559949"/>
            <a:ext cx="235111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normalizeH="0" baseline="0" noProof="0">
                <a:ln>
                  <a:noFill/>
                </a:ln>
                <a:solidFill>
                  <a:srgbClr val="23AAAD"/>
                </a:solidFill>
                <a:effectLst/>
                <a:uLnTx/>
                <a:uFillTx/>
                <a:latin typeface="Poppins" panose="00000500000000000000" pitchFamily="2" charset="0"/>
                <a:ea typeface="ADLaM Display" panose="020F0502020204030204" pitchFamily="2" charset="0"/>
                <a:cs typeface="Poppins" panose="00000500000000000000" pitchFamily="2" charset="0"/>
              </a:rPr>
              <a:t>Database: </a:t>
            </a:r>
            <a:r>
              <a:rPr kumimoji="0" lang="en-US" i="0" u="none" strike="noStrike" kern="1200" cap="none" normalizeH="0" baseline="0" noProof="0">
                <a:ln>
                  <a:noFill/>
                </a:ln>
                <a:solidFill>
                  <a:srgbClr val="F39E34"/>
                </a:solidFill>
                <a:effectLst/>
                <a:uLnTx/>
                <a:uFillTx/>
                <a:latin typeface="Poppins" panose="00000500000000000000" pitchFamily="2" charset="0"/>
                <a:ea typeface="ADLaM Display" panose="020F0502020204030204" pitchFamily="2" charset="0"/>
                <a:cs typeface="Poppins" panose="00000500000000000000" pitchFamily="2" charset="0"/>
              </a:rPr>
              <a:t>MongoDB</a:t>
            </a:r>
            <a:endParaRPr kumimoji="0" lang="en-US" sz="2000" i="0" u="none" strike="noStrike" kern="1200" cap="none" normalizeH="0" baseline="0" noProof="0">
              <a:ln>
                <a:noFill/>
              </a:ln>
              <a:solidFill>
                <a:srgbClr val="F39E34"/>
              </a:solidFill>
              <a:effectLst/>
              <a:uLnTx/>
              <a:uFillTx/>
              <a:latin typeface="Poppins" panose="00000500000000000000" pitchFamily="2" charset="0"/>
              <a:ea typeface="ADLaM Display" panose="020F0502020204030204" pitchFamily="2" charset="0"/>
              <a:cs typeface="Poppins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E78E57-DEE7-7554-91C1-CAA4F8DCD328}"/>
              </a:ext>
            </a:extLst>
          </p:cNvPr>
          <p:cNvSpPr txBox="1"/>
          <p:nvPr/>
        </p:nvSpPr>
        <p:spPr>
          <a:xfrm>
            <a:off x="8944107" y="3559948"/>
            <a:ext cx="2882899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rgbClr val="23AAA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Security: </a:t>
            </a:r>
            <a:r>
              <a:rPr lang="en-US" sz="2400">
                <a:solidFill>
                  <a:srgbClr val="F39E3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JWT,</a:t>
            </a:r>
          </a:p>
          <a:p>
            <a:r>
              <a:rPr lang="en-US">
                <a:solidFill>
                  <a:srgbClr val="F39E3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and login tracking</a:t>
            </a:r>
          </a:p>
        </p:txBody>
      </p:sp>
      <p:pic>
        <p:nvPicPr>
          <p:cNvPr id="3" name="Picture 2" descr="A logo of a fast food company&#10;&#10;Description automatically generated">
            <a:extLst>
              <a:ext uri="{FF2B5EF4-FFF2-40B4-BE49-F238E27FC236}">
                <a16:creationId xmlns:a16="http://schemas.microsoft.com/office/drawing/2014/main" id="{49229F92-833F-BD57-3FAE-1E2F780E30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5223" t="11713" r="5581" b="11125"/>
          <a:stretch/>
        </p:blipFill>
        <p:spPr>
          <a:xfrm>
            <a:off x="609153" y="1838259"/>
            <a:ext cx="2659427" cy="1590741"/>
          </a:xfrm>
          <a:prstGeom prst="rect">
            <a:avLst/>
          </a:prstGeom>
        </p:spPr>
      </p:pic>
      <p:pic>
        <p:nvPicPr>
          <p:cNvPr id="10" name="Picture 9" descr="A green leaf with black text&#10;&#10;Description automatically generated">
            <a:extLst>
              <a:ext uri="{FF2B5EF4-FFF2-40B4-BE49-F238E27FC236}">
                <a16:creationId xmlns:a16="http://schemas.microsoft.com/office/drawing/2014/main" id="{D279E7A3-3F5F-8239-6A09-D3F53B0B69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rcRect b="30124"/>
          <a:stretch/>
        </p:blipFill>
        <p:spPr>
          <a:xfrm>
            <a:off x="4878264" y="1838259"/>
            <a:ext cx="2090074" cy="138499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7BA653B-396D-92B7-E24B-8E052DFA435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rcRect t="2896" b="9507"/>
          <a:stretch/>
        </p:blipFill>
        <p:spPr>
          <a:xfrm>
            <a:off x="8578022" y="1634867"/>
            <a:ext cx="2687393" cy="1997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014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7AA4A-5840-0AB2-D623-22E8AD74C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9F34CCB-AEBD-BBAF-EB2B-F254F141599F}"/>
              </a:ext>
            </a:extLst>
          </p:cNvPr>
          <p:cNvSpPr txBox="1"/>
          <p:nvPr/>
        </p:nvSpPr>
        <p:spPr>
          <a:xfrm>
            <a:off x="145917" y="1003300"/>
            <a:ext cx="3501952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0000"/>
              </a:lnSpc>
            </a:pPr>
            <a:r>
              <a:rPr lang="en-US" sz="3600" b="1" spc="-300" dirty="0">
                <a:solidFill>
                  <a:srgbClr val="23AAA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Authentication  </a:t>
            </a:r>
            <a:r>
              <a:rPr lang="en-US" sz="3600" b="1" spc="-300" dirty="0">
                <a:solidFill>
                  <a:srgbClr val="F39E3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&amp; Security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333969-7E59-3BAC-C5F4-4B43B1DBA4DE}"/>
              </a:ext>
            </a:extLst>
          </p:cNvPr>
          <p:cNvSpPr txBox="1"/>
          <p:nvPr/>
        </p:nvSpPr>
        <p:spPr>
          <a:xfrm>
            <a:off x="3604097" y="4928158"/>
            <a:ext cx="267429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Implement JSON Web Tokens to provide secure, stateless authentication for API access, ensuring efficient and scalable user validation.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86B122-AE94-19D9-3201-951C4FD9B856}"/>
              </a:ext>
            </a:extLst>
          </p:cNvPr>
          <p:cNvSpPr txBox="1"/>
          <p:nvPr/>
        </p:nvSpPr>
        <p:spPr>
          <a:xfrm>
            <a:off x="6565900" y="4975252"/>
            <a:ext cx="260191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Track and record login activities to support auditing and detect anomalies, helping to identify unauthorized access attempts.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3BE204-EE1B-6086-59EB-A837A6F26AC4}"/>
              </a:ext>
            </a:extLst>
          </p:cNvPr>
          <p:cNvSpPr txBox="1"/>
          <p:nvPr/>
        </p:nvSpPr>
        <p:spPr>
          <a:xfrm>
            <a:off x="9309100" y="4975252"/>
            <a:ext cx="248487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Apply strict access controls at both API and data layers to restrict user actions based on assigned roles, ensuring appropriate authorization.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E6A93F-6AD5-FD66-37D9-49E42742C9BB}"/>
              </a:ext>
            </a:extLst>
          </p:cNvPr>
          <p:cNvSpPr txBox="1"/>
          <p:nvPr/>
        </p:nvSpPr>
        <p:spPr>
          <a:xfrm>
            <a:off x="3647869" y="3741068"/>
            <a:ext cx="2674295" cy="1058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0000"/>
              </a:lnSpc>
            </a:pPr>
            <a:r>
              <a:rPr lang="en-US" sz="2800">
                <a:solidFill>
                  <a:srgbClr val="23AAAD"/>
                </a:solidFill>
                <a:latin typeface="Poppins" panose="00000500000000000000" pitchFamily="2" charset="0"/>
                <a:ea typeface="ADLaM Display" panose="020F0502020204030204" pitchFamily="2" charset="0"/>
                <a:cs typeface="Poppins" panose="00000500000000000000" pitchFamily="2" charset="0"/>
              </a:rPr>
              <a:t>U</a:t>
            </a:r>
            <a:r>
              <a:rPr lang="en-US" sz="2000">
                <a:solidFill>
                  <a:srgbClr val="23AAAD"/>
                </a:solidFill>
                <a:latin typeface="Poppins" panose="00000500000000000000" pitchFamily="2" charset="0"/>
                <a:ea typeface="ADLaM Display" panose="020F0502020204030204" pitchFamily="2" charset="0"/>
                <a:cs typeface="Poppins" panose="00000500000000000000" pitchFamily="2" charset="0"/>
              </a:rPr>
              <a:t>se  Jwt </a:t>
            </a:r>
          </a:p>
          <a:p>
            <a:pPr>
              <a:lnSpc>
                <a:spcPct val="70000"/>
              </a:lnSpc>
            </a:pPr>
            <a:r>
              <a:rPr lang="en-US" sz="2000">
                <a:solidFill>
                  <a:srgbClr val="23AAAD"/>
                </a:solidFill>
                <a:latin typeface="Poppins" panose="00000500000000000000" pitchFamily="2" charset="0"/>
                <a:ea typeface="ADLaM Display" panose="020F0502020204030204" pitchFamily="2" charset="0"/>
                <a:cs typeface="Poppins" panose="00000500000000000000" pitchFamily="2" charset="0"/>
              </a:rPr>
              <a:t>Authentication  with password hashing</a:t>
            </a:r>
            <a:endParaRPr lang="en-US" sz="2800">
              <a:solidFill>
                <a:srgbClr val="23AAAD"/>
              </a:solidFill>
              <a:latin typeface="Poppins" panose="00000500000000000000" pitchFamily="2" charset="0"/>
              <a:ea typeface="ADLaM Display" panose="020F0502020204030204" pitchFamily="2" charset="0"/>
              <a:cs typeface="Poppins" panose="000005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411F115-F90C-A6CD-F940-0B78B51F7E78}"/>
              </a:ext>
            </a:extLst>
          </p:cNvPr>
          <p:cNvSpPr txBox="1"/>
          <p:nvPr/>
        </p:nvSpPr>
        <p:spPr>
          <a:xfrm>
            <a:off x="6565900" y="3741068"/>
            <a:ext cx="2351112" cy="842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i="0" u="none" strike="noStrike" kern="1200" cap="none" normalizeH="0" baseline="0" noProof="0">
                <a:ln>
                  <a:noFill/>
                </a:ln>
                <a:solidFill>
                  <a:srgbClr val="23AAAD"/>
                </a:solidFill>
                <a:effectLst/>
                <a:uLnTx/>
                <a:uFillTx/>
                <a:latin typeface="Poppins" panose="00000500000000000000" pitchFamily="2" charset="0"/>
                <a:ea typeface="ADLaM Display" panose="020F0502020204030204" pitchFamily="2" charset="0"/>
                <a:cs typeface="Poppins" panose="00000500000000000000" pitchFamily="2" charset="0"/>
              </a:rPr>
              <a:t>M</a:t>
            </a:r>
            <a:r>
              <a:rPr kumimoji="0" lang="en-US" sz="2000" i="0" u="none" strike="noStrike" kern="1200" cap="none" normalizeH="0" baseline="0" noProof="0">
                <a:ln>
                  <a:noFill/>
                </a:ln>
                <a:solidFill>
                  <a:srgbClr val="23AAAD"/>
                </a:solidFill>
                <a:effectLst/>
                <a:uLnTx/>
                <a:uFillTx/>
                <a:latin typeface="Poppins" panose="00000500000000000000" pitchFamily="2" charset="0"/>
                <a:ea typeface="ADLaM Display" panose="020F0502020204030204" pitchFamily="2" charset="0"/>
                <a:cs typeface="Poppins" panose="00000500000000000000" pitchFamily="2" charset="0"/>
              </a:rPr>
              <a:t>onitor login attempts with logging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E934ADB-E434-CCC1-734C-7AC4B84BD3C1}"/>
              </a:ext>
            </a:extLst>
          </p:cNvPr>
          <p:cNvSpPr txBox="1"/>
          <p:nvPr/>
        </p:nvSpPr>
        <p:spPr>
          <a:xfrm>
            <a:off x="9309100" y="3741068"/>
            <a:ext cx="2882899" cy="885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0000"/>
              </a:lnSpc>
            </a:pPr>
            <a:r>
              <a:rPr lang="en-US" sz="3200">
                <a:solidFill>
                  <a:srgbClr val="23AAA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</a:t>
            </a:r>
            <a:r>
              <a:rPr lang="en-US" sz="2000">
                <a:solidFill>
                  <a:srgbClr val="23AAA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nforce permissions through Role-Based Access Control</a:t>
            </a:r>
          </a:p>
        </p:txBody>
      </p:sp>
      <p:pic>
        <p:nvPicPr>
          <p:cNvPr id="3076" name="Picture 4" descr="Cyber security illustrations vector file | Premium AI-generated vector">
            <a:extLst>
              <a:ext uri="{FF2B5EF4-FFF2-40B4-BE49-F238E27FC236}">
                <a16:creationId xmlns:a16="http://schemas.microsoft.com/office/drawing/2014/main" id="{DC781CB9-055A-21B7-01AD-63D94281D7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8206" y="1003300"/>
            <a:ext cx="2674295" cy="2510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A20FB79-9138-4AFD-8B3C-885F77D074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2164" y="1094936"/>
            <a:ext cx="2572967" cy="2387600"/>
          </a:xfrm>
          <a:prstGeom prst="rect">
            <a:avLst/>
          </a:prstGeom>
        </p:spPr>
      </p:pic>
      <p:pic>
        <p:nvPicPr>
          <p:cNvPr id="3082" name="Picture 10" descr="Confirmed concept illustration | Premium Vector">
            <a:extLst>
              <a:ext uri="{FF2B5EF4-FFF2-40B4-BE49-F238E27FC236}">
                <a16:creationId xmlns:a16="http://schemas.microsoft.com/office/drawing/2014/main" id="{4BEE8FC8-3318-39E8-8059-CCD412643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7811" y="1094936"/>
            <a:ext cx="2528989" cy="2528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2446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3C00441-5F8B-C8CE-BC78-3F0A00491B3A}"/>
              </a:ext>
            </a:extLst>
          </p:cNvPr>
          <p:cNvSpPr/>
          <p:nvPr/>
        </p:nvSpPr>
        <p:spPr>
          <a:xfrm>
            <a:off x="4248313" y="808279"/>
            <a:ext cx="1075393" cy="1379559"/>
          </a:xfrm>
          <a:prstGeom prst="rect">
            <a:avLst/>
          </a:prstGeom>
          <a:solidFill>
            <a:srgbClr val="23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23AAAD"/>
                </a:solidFill>
              </a:ln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F8E84E-2CC7-C81D-68E2-6511A8FC7AF2}"/>
              </a:ext>
            </a:extLst>
          </p:cNvPr>
          <p:cNvSpPr/>
          <p:nvPr/>
        </p:nvSpPr>
        <p:spPr>
          <a:xfrm>
            <a:off x="10311319" y="4717915"/>
            <a:ext cx="1264595" cy="1399199"/>
          </a:xfrm>
          <a:prstGeom prst="rect">
            <a:avLst/>
          </a:prstGeom>
          <a:solidFill>
            <a:srgbClr val="F39E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064422A-E0A7-C11D-808A-4B7AE49BBB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3052670"/>
              </p:ext>
            </p:extLst>
          </p:nvPr>
        </p:nvGraphicFramePr>
        <p:xfrm>
          <a:off x="4591455" y="987425"/>
          <a:ext cx="6763934" cy="4881565"/>
        </p:xfrm>
        <a:graphic>
          <a:graphicData uri="http://schemas.openxmlformats.org/drawingml/2006/table">
            <a:tbl>
              <a:tblPr firstRow="1" bandRow="1">
                <a:solidFill>
                  <a:schemeClr val="accent2"/>
                </a:solidFill>
                <a:tableStyleId>{7DF18680-E054-41AD-8BC1-D1AEF772440D}</a:tableStyleId>
              </a:tblPr>
              <a:tblGrid>
                <a:gridCol w="2213151">
                  <a:extLst>
                    <a:ext uri="{9D8B030D-6E8A-4147-A177-3AD203B41FA5}">
                      <a16:colId xmlns:a16="http://schemas.microsoft.com/office/drawing/2014/main" val="1191483027"/>
                    </a:ext>
                  </a:extLst>
                </a:gridCol>
                <a:gridCol w="4550783">
                  <a:extLst>
                    <a:ext uri="{9D8B030D-6E8A-4147-A177-3AD203B41FA5}">
                      <a16:colId xmlns:a16="http://schemas.microsoft.com/office/drawing/2014/main" val="4165374343"/>
                    </a:ext>
                  </a:extLst>
                </a:gridCol>
              </a:tblGrid>
              <a:tr h="976313">
                <a:tc>
                  <a:txBody>
                    <a:bodyPr/>
                    <a:lstStyle/>
                    <a:p>
                      <a:pPr algn="ctr"/>
                      <a:r>
                        <a:rPr lang="en-US" sz="1800" b="1" spc="-150">
                          <a:solidFill>
                            <a:srgbClr val="F39E34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Role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13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>
                          <a:solidFill>
                            <a:srgbClr val="F39E34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Permissions &amp; </a:t>
                      </a:r>
                      <a:r>
                        <a:rPr lang="en-US" sz="1800" b="1" i="0" kern="1200">
                          <a:solidFill>
                            <a:srgbClr val="23AAAD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Responsibilities</a:t>
                      </a:r>
                      <a:endParaRPr lang="en-US" sz="1800" b="1">
                        <a:solidFill>
                          <a:srgbClr val="23AAAD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13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9030428"/>
                  </a:ext>
                </a:extLst>
              </a:tr>
              <a:tr h="97631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>
                          <a:solidFill>
                            <a:srgbClr val="1B134C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Admin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>
                          <a:solidFill>
                            <a:srgbClr val="1B134C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Full system access; manage users and settings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846104"/>
                  </a:ext>
                </a:extLst>
              </a:tr>
              <a:tr h="97631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Manager</a:t>
                      </a:r>
                      <a:endParaRPr lang="en-US" sz="1100" b="0" i="0" kern="1200">
                        <a:solidFill>
                          <a:srgbClr val="1B134C"/>
                        </a:solidFill>
                        <a:effectLst/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  <a:p>
                      <a:endParaRPr lang="en-US" sz="1400">
                        <a:solidFill>
                          <a:srgbClr val="1B134C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>
                          <a:solidFill>
                            <a:srgbClr val="1B134C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Oversee projects; assign tasks; monitor progress</a:t>
                      </a:r>
                      <a:endParaRPr lang="en-US" sz="1400">
                        <a:solidFill>
                          <a:srgbClr val="1B134C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2753319"/>
                  </a:ext>
                </a:extLst>
              </a:tr>
              <a:tr h="97631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Developer</a:t>
                      </a:r>
                      <a:endParaRPr lang="en-US" sz="1100" b="0" i="0" kern="1200">
                        <a:solidFill>
                          <a:srgbClr val="1B134C"/>
                        </a:solidFill>
                        <a:effectLst/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  <a:p>
                      <a:endParaRPr lang="en-US" sz="1400">
                        <a:solidFill>
                          <a:srgbClr val="1B134C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>
                          <a:solidFill>
                            <a:srgbClr val="1B134C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Work on assigned tasks; update task statuses</a:t>
                      </a:r>
                      <a:endParaRPr lang="en-US" sz="1400" b="1">
                        <a:solidFill>
                          <a:srgbClr val="1B134C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1897224"/>
                  </a:ext>
                </a:extLst>
              </a:tr>
              <a:tr h="97631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Tester</a:t>
                      </a:r>
                      <a:endParaRPr lang="en-US" sz="1400" b="0" i="0" kern="1200">
                        <a:solidFill>
                          <a:srgbClr val="1B134C"/>
                        </a:solidFill>
                        <a:effectLst/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  <a:p>
                      <a:endParaRPr lang="en-US" sz="1400">
                        <a:solidFill>
                          <a:srgbClr val="1B134C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>
                          <a:solidFill>
                            <a:srgbClr val="1B134C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Test tasks; report issues and status updates</a:t>
                      </a:r>
                      <a:endParaRPr lang="en-US" sz="1400">
                        <a:solidFill>
                          <a:srgbClr val="1B134C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8775759"/>
                  </a:ext>
                </a:extLst>
              </a:tr>
            </a:tbl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97701C-1DE9-CDE4-274D-EEB350D108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08562" y="987425"/>
            <a:ext cx="3307405" cy="4881563"/>
          </a:xfrm>
          <a:solidFill>
            <a:srgbClr val="1B134C"/>
          </a:solidFill>
        </p:spPr>
        <p:txBody>
          <a:bodyPr anchor="ctr">
            <a:normAutofit/>
          </a:bodyPr>
          <a:lstStyle/>
          <a:p>
            <a:pPr algn="ctr"/>
            <a:r>
              <a:rPr lang="en-US" sz="4400" b="1" spc="-300" dirty="0">
                <a:solidFill>
                  <a:srgbClr val="F39E34"/>
                </a:solidFill>
                <a:highlight>
                  <a:srgbClr val="1B134C"/>
                </a:highlight>
                <a:latin typeface="Poppins" panose="00000500000000000000" pitchFamily="2" charset="0"/>
                <a:cs typeface="Poppins" panose="00000500000000000000" pitchFamily="2" charset="0"/>
              </a:rPr>
              <a:t>User Roles </a:t>
            </a:r>
            <a:r>
              <a:rPr lang="en-US" sz="4400" b="1" spc="-300" dirty="0">
                <a:solidFill>
                  <a:srgbClr val="23AAAD"/>
                </a:solidFill>
                <a:highlight>
                  <a:srgbClr val="1B134C"/>
                </a:highlight>
                <a:latin typeface="Poppins" panose="00000500000000000000" pitchFamily="2" charset="0"/>
                <a:cs typeface="Poppins" panose="00000500000000000000" pitchFamily="2" charset="0"/>
              </a:rPr>
              <a:t>&amp;</a:t>
            </a:r>
          </a:p>
          <a:p>
            <a:pPr algn="ctr"/>
            <a:r>
              <a:rPr lang="en-US" sz="4400" b="1" spc="-300" dirty="0">
                <a:solidFill>
                  <a:srgbClr val="23AAAD"/>
                </a:solidFill>
                <a:highlight>
                  <a:srgbClr val="1B134C"/>
                </a:highlight>
                <a:latin typeface="Poppins" panose="00000500000000000000" pitchFamily="2" charset="0"/>
                <a:cs typeface="Poppins" panose="00000500000000000000" pitchFamily="2" charset="0"/>
              </a:rPr>
              <a:t>Permissions</a:t>
            </a:r>
          </a:p>
          <a:p>
            <a:pPr algn="ctr"/>
            <a:r>
              <a:rPr lang="en-US" sz="2400" spc="-150" dirty="0">
                <a:solidFill>
                  <a:srgbClr val="FFFFFF"/>
                </a:solidFill>
                <a:highlight>
                  <a:srgbClr val="1B134C"/>
                </a:highlight>
                <a:latin typeface="Poppins" panose="00000500000000000000" pitchFamily="2" charset="0"/>
                <a:cs typeface="Poppins" panose="00000500000000000000" pitchFamily="2" charset="0"/>
              </a:rPr>
              <a:t>Overview of system roles, their permissions, and responsibilities</a:t>
            </a: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7B59A36D-9A0A-BA58-EDC2-7EC208210B8E}"/>
              </a:ext>
            </a:extLst>
          </p:cNvPr>
          <p:cNvSpPr/>
          <p:nvPr/>
        </p:nvSpPr>
        <p:spPr>
          <a:xfrm>
            <a:off x="564204" y="1118680"/>
            <a:ext cx="184810" cy="164578"/>
          </a:xfrm>
          <a:prstGeom prst="flowChartConnector">
            <a:avLst/>
          </a:prstGeom>
          <a:solidFill>
            <a:srgbClr val="F39E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72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DD817-0C9A-83B2-07E2-52685EA0C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7E2D6C21-5F23-FE6A-46C8-637BD7293947}"/>
              </a:ext>
            </a:extLst>
          </p:cNvPr>
          <p:cNvGrpSpPr/>
          <p:nvPr/>
        </p:nvGrpSpPr>
        <p:grpSpPr>
          <a:xfrm>
            <a:off x="732633" y="442914"/>
            <a:ext cx="5130795" cy="5115464"/>
            <a:chOff x="965200" y="1122616"/>
            <a:chExt cx="4248146" cy="423545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50668FB-C0DE-2873-C921-894C7C9EF43B}"/>
                </a:ext>
              </a:extLst>
            </p:cNvPr>
            <p:cNvSpPr/>
            <p:nvPr/>
          </p:nvSpPr>
          <p:spPr>
            <a:xfrm>
              <a:off x="965200" y="1122616"/>
              <a:ext cx="2095498" cy="2095498"/>
            </a:xfrm>
            <a:prstGeom prst="rect">
              <a:avLst/>
            </a:prstGeom>
            <a:solidFill>
              <a:srgbClr val="1B13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8004D42-ABE9-D347-A138-5607C5AFBED4}"/>
                </a:ext>
              </a:extLst>
            </p:cNvPr>
            <p:cNvSpPr/>
            <p:nvPr/>
          </p:nvSpPr>
          <p:spPr>
            <a:xfrm>
              <a:off x="3117848" y="3262570"/>
              <a:ext cx="2095498" cy="2095498"/>
            </a:xfrm>
            <a:prstGeom prst="rect">
              <a:avLst/>
            </a:prstGeom>
            <a:solidFill>
              <a:srgbClr val="F39E3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1A1A238D-BB1A-1DF7-5EAD-942C093B5C08}"/>
              </a:ext>
            </a:extLst>
          </p:cNvPr>
          <p:cNvSpPr txBox="1"/>
          <p:nvPr/>
        </p:nvSpPr>
        <p:spPr>
          <a:xfrm>
            <a:off x="791161" y="1611823"/>
            <a:ext cx="238521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Create, Read, Update, and Delete projects efficiently while ensuring data security and integrity via robust APIs.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DD14264-A9E9-FCB8-97FB-6C661A55775E}"/>
              </a:ext>
            </a:extLst>
          </p:cNvPr>
          <p:cNvSpPr txBox="1"/>
          <p:nvPr/>
        </p:nvSpPr>
        <p:spPr>
          <a:xfrm>
            <a:off x="3428206" y="4197440"/>
            <a:ext cx="23876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Link projects to specific users based on their roles to maintain proper access control and role-based permissions.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FA9C3E6-90EB-B881-5419-EE182BB04B28}"/>
              </a:ext>
            </a:extLst>
          </p:cNvPr>
          <p:cNvSpPr txBox="1"/>
          <p:nvPr/>
        </p:nvSpPr>
        <p:spPr>
          <a:xfrm>
            <a:off x="791161" y="722508"/>
            <a:ext cx="2385217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0000"/>
              </a:lnSpc>
            </a:pPr>
            <a:r>
              <a:rPr lang="en-US" sz="3200" b="1" spc="-150">
                <a:solidFill>
                  <a:srgbClr val="23AAA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CRUD </a:t>
            </a:r>
            <a:r>
              <a:rPr lang="en-US" sz="3200" b="1" spc="-150">
                <a:solidFill>
                  <a:srgbClr val="F39E3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Operations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4DC5ED-E3E1-5D2F-5A65-894D55EE8B60}"/>
              </a:ext>
            </a:extLst>
          </p:cNvPr>
          <p:cNvSpPr txBox="1"/>
          <p:nvPr/>
        </p:nvSpPr>
        <p:spPr>
          <a:xfrm>
            <a:off x="3380584" y="3144928"/>
            <a:ext cx="2387601" cy="1148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0000"/>
              </a:lnSpc>
            </a:pPr>
            <a:r>
              <a:rPr lang="en-US" sz="24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Assign user roles for controlled access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8D98EAE-4F57-E07F-BE74-B740FCB457CA}"/>
              </a:ext>
            </a:extLst>
          </p:cNvPr>
          <p:cNvSpPr txBox="1"/>
          <p:nvPr/>
        </p:nvSpPr>
        <p:spPr>
          <a:xfrm>
            <a:off x="6328574" y="4204125"/>
            <a:ext cx="524430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kern="200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Oversee complete project lifecycle: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kern="200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Efficiently manage projects through different stages such as active, completed, and archived for streamlined workflow.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kern="200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Monitor progress at every stage to ensure timely delivery and accountability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4165312-615A-D343-FA22-AA0B3F4F1558}"/>
              </a:ext>
            </a:extLst>
          </p:cNvPr>
          <p:cNvSpPr txBox="1"/>
          <p:nvPr/>
        </p:nvSpPr>
        <p:spPr>
          <a:xfrm>
            <a:off x="6328574" y="2410834"/>
            <a:ext cx="524430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kern="200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Manage detailed project metadata: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kern="200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Track essential project information including project name, description, status, and start and end dates to ensure transparency and organization.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kern="200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Easily update and maintain project details to keep all team members informed.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AAE1F59-2710-4E73-B70C-819413314C80}"/>
              </a:ext>
            </a:extLst>
          </p:cNvPr>
          <p:cNvSpPr txBox="1"/>
          <p:nvPr/>
        </p:nvSpPr>
        <p:spPr>
          <a:xfrm>
            <a:off x="6328574" y="825069"/>
            <a:ext cx="5244301" cy="1438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0000"/>
              </a:lnSpc>
            </a:pPr>
            <a:r>
              <a:rPr lang="en-US" sz="6000" b="1" spc="-300" dirty="0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Project  </a:t>
            </a:r>
            <a:r>
              <a:rPr lang="en-US" sz="6000" b="1" spc="-300" dirty="0">
                <a:solidFill>
                  <a:srgbClr val="F39E3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Management</a:t>
            </a:r>
          </a:p>
        </p:txBody>
      </p:sp>
      <p:pic>
        <p:nvPicPr>
          <p:cNvPr id="4100" name="Picture 4" descr="10+ Hundred Crud Royalty-Free Images, Stock Photos &amp; Pictures | Shutterstock">
            <a:extLst>
              <a:ext uri="{FF2B5EF4-FFF2-40B4-BE49-F238E27FC236}">
                <a16:creationId xmlns:a16="http://schemas.microsoft.com/office/drawing/2014/main" id="{D98DED5F-2E86-0FA7-08F7-4A41EEA5E5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6115"/>
          <a:stretch/>
        </p:blipFill>
        <p:spPr bwMode="auto">
          <a:xfrm>
            <a:off x="3359735" y="502301"/>
            <a:ext cx="2476500" cy="2498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3,114 Roles Responsibilities Stock Vectors and Vector Art | Shutterstock">
            <a:extLst>
              <a:ext uri="{FF2B5EF4-FFF2-40B4-BE49-F238E27FC236}">
                <a16:creationId xmlns:a16="http://schemas.microsoft.com/office/drawing/2014/main" id="{64EA4596-474B-665D-A540-A44C756141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22" t="5498" r="11607" b="11185"/>
          <a:stretch/>
        </p:blipFill>
        <p:spPr bwMode="auto">
          <a:xfrm>
            <a:off x="732632" y="3027492"/>
            <a:ext cx="2502277" cy="2530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8460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0E5C7-BD4A-87C6-E004-255CD9370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C48B457D-0BDB-622E-E536-AA3FFB489C9B}"/>
              </a:ext>
            </a:extLst>
          </p:cNvPr>
          <p:cNvGrpSpPr/>
          <p:nvPr/>
        </p:nvGrpSpPr>
        <p:grpSpPr>
          <a:xfrm>
            <a:off x="732633" y="442914"/>
            <a:ext cx="5130795" cy="5115464"/>
            <a:chOff x="965200" y="1122616"/>
            <a:chExt cx="4248146" cy="423545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5899D2B-9593-FEF2-7C57-971587507AAA}"/>
                </a:ext>
              </a:extLst>
            </p:cNvPr>
            <p:cNvSpPr/>
            <p:nvPr/>
          </p:nvSpPr>
          <p:spPr>
            <a:xfrm>
              <a:off x="965200" y="1122616"/>
              <a:ext cx="2095498" cy="2095498"/>
            </a:xfrm>
            <a:prstGeom prst="rect">
              <a:avLst/>
            </a:prstGeom>
            <a:solidFill>
              <a:srgbClr val="1B13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02F5C4C-ADC1-3A2C-1F0B-429410F9FAFA}"/>
                </a:ext>
              </a:extLst>
            </p:cNvPr>
            <p:cNvSpPr/>
            <p:nvPr/>
          </p:nvSpPr>
          <p:spPr>
            <a:xfrm>
              <a:off x="3117848" y="3262570"/>
              <a:ext cx="2095498" cy="2095498"/>
            </a:xfrm>
            <a:prstGeom prst="rect">
              <a:avLst/>
            </a:prstGeom>
            <a:solidFill>
              <a:srgbClr val="F39E3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B00FDC70-398C-AE6B-C88D-BA2F28271BAF}"/>
              </a:ext>
            </a:extLst>
          </p:cNvPr>
          <p:cNvSpPr txBox="1"/>
          <p:nvPr/>
        </p:nvSpPr>
        <p:spPr>
          <a:xfrm>
            <a:off x="875918" y="1611823"/>
            <a:ext cx="221747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Create, read, update, and delete tasks efficiently to maintain an organized task list and workflow..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630C63D-4408-492E-DA25-0839862674E4}"/>
              </a:ext>
            </a:extLst>
          </p:cNvPr>
          <p:cNvSpPr txBox="1"/>
          <p:nvPr/>
        </p:nvSpPr>
        <p:spPr>
          <a:xfrm>
            <a:off x="3404394" y="4103892"/>
            <a:ext cx="233759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Link projects to specific users based on their roles to maintain proper access control and role-based permissions.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F2B62DD-A3DB-8CB6-9D14-043BB3B499B7}"/>
              </a:ext>
            </a:extLst>
          </p:cNvPr>
          <p:cNvSpPr txBox="1"/>
          <p:nvPr/>
        </p:nvSpPr>
        <p:spPr>
          <a:xfrm>
            <a:off x="875918" y="801345"/>
            <a:ext cx="2385217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0000"/>
              </a:lnSpc>
            </a:pPr>
            <a:r>
              <a:rPr lang="en-US" sz="3200" b="1" spc="-150">
                <a:solidFill>
                  <a:srgbClr val="23AAA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CRUD </a:t>
            </a:r>
            <a:r>
              <a:rPr lang="en-US" sz="3200" b="1" spc="-150">
                <a:solidFill>
                  <a:srgbClr val="F39E3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Operations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092EB28-C44D-A3FB-7080-30512551B9DA}"/>
              </a:ext>
            </a:extLst>
          </p:cNvPr>
          <p:cNvSpPr txBox="1"/>
          <p:nvPr/>
        </p:nvSpPr>
        <p:spPr>
          <a:xfrm>
            <a:off x="3380584" y="3144928"/>
            <a:ext cx="2385217" cy="889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0000"/>
              </a:lnSpc>
            </a:pPr>
            <a:r>
              <a:rPr lang="en-US" sz="24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Include detailed task information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27E9B1-4A8F-4FCD-5171-DF12A0466AF6}"/>
              </a:ext>
            </a:extLst>
          </p:cNvPr>
          <p:cNvSpPr txBox="1"/>
          <p:nvPr/>
        </p:nvSpPr>
        <p:spPr>
          <a:xfrm>
            <a:off x="6328574" y="4204125"/>
            <a:ext cx="524430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kern="200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Track task progress via status updates: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kern="200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Add task descriptions, deadlines, priority levels, and related project information for comprehensive task tracking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kern="200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.Monitor progress at every stage to ensure timely delivery and accountability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FE2950F-6CE4-4084-B1B5-F17208780409}"/>
              </a:ext>
            </a:extLst>
          </p:cNvPr>
          <p:cNvSpPr txBox="1"/>
          <p:nvPr/>
        </p:nvSpPr>
        <p:spPr>
          <a:xfrm>
            <a:off x="6328574" y="2410834"/>
            <a:ext cx="5244301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kern="200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Assign tasks based on user role and project involvement: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kern="200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Ensure relevant users receive tasks aligned with their roles and projects to optimize productivity and accountability.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97282FD-A813-3D13-FCA3-BFF2D5C3FD81}"/>
              </a:ext>
            </a:extLst>
          </p:cNvPr>
          <p:cNvSpPr txBox="1"/>
          <p:nvPr/>
        </p:nvSpPr>
        <p:spPr>
          <a:xfrm>
            <a:off x="6328574" y="825069"/>
            <a:ext cx="5244301" cy="1438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0000"/>
              </a:lnSpc>
            </a:pPr>
            <a:r>
              <a:rPr lang="en-US" sz="6000" b="1" spc="-300" dirty="0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Task </a:t>
            </a:r>
            <a:r>
              <a:rPr lang="en-US" sz="6000" b="1" spc="-300" dirty="0">
                <a:solidFill>
                  <a:srgbClr val="F39E3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Management</a:t>
            </a:r>
          </a:p>
        </p:txBody>
      </p:sp>
      <p:pic>
        <p:nvPicPr>
          <p:cNvPr id="5122" name="Picture 2" descr="Vector illustration about concept of task completed with check mark or all tasks  have been completed | Premium Vector">
            <a:extLst>
              <a:ext uri="{FF2B5EF4-FFF2-40B4-BE49-F238E27FC236}">
                <a16:creationId xmlns:a16="http://schemas.microsoft.com/office/drawing/2014/main" id="{EA9BEF50-FB67-2DDA-2A94-445CDFB74F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180" y="3027492"/>
            <a:ext cx="2161594" cy="2161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67 Crud Stock Vectors and Vector Art | Shutterstock">
            <a:extLst>
              <a:ext uri="{FF2B5EF4-FFF2-40B4-BE49-F238E27FC236}">
                <a16:creationId xmlns:a16="http://schemas.microsoft.com/office/drawing/2014/main" id="{4EA8EB15-F0C8-36A3-2070-1C7C626B90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1136" y="743632"/>
            <a:ext cx="2602292" cy="2037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07257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CB2DA-5E79-D3FB-6C5C-AC91DA59E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group of people around a table&#10;&#10;Description automatically generated">
            <a:extLst>
              <a:ext uri="{FF2B5EF4-FFF2-40B4-BE49-F238E27FC236}">
                <a16:creationId xmlns:a16="http://schemas.microsoft.com/office/drawing/2014/main" id="{C9B943E6-7730-351B-9304-F7F69CB9E4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0" y="-155643"/>
            <a:ext cx="12192000" cy="699998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96F979B-19EF-CDAA-1299-42B7765F424D}"/>
              </a:ext>
            </a:extLst>
          </p:cNvPr>
          <p:cNvSpPr/>
          <p:nvPr/>
        </p:nvSpPr>
        <p:spPr>
          <a:xfrm>
            <a:off x="318387" y="-155643"/>
            <a:ext cx="6413145" cy="6000181"/>
          </a:xfrm>
          <a:prstGeom prst="rect">
            <a:avLst/>
          </a:prstGeom>
          <a:solidFill>
            <a:srgbClr val="23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64BD7F-31D2-72CE-C606-1C2BDE518E03}"/>
              </a:ext>
            </a:extLst>
          </p:cNvPr>
          <p:cNvSpPr txBox="1"/>
          <p:nvPr/>
        </p:nvSpPr>
        <p:spPr>
          <a:xfrm>
            <a:off x="709870" y="1744455"/>
            <a:ext cx="5885483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Admin / Manager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Creates a new project and tasks.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Assigns tasks to Developers and Testers.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Poppins" panose="00000500000000000000" pitchFamily="2" charset="0"/>
                <a:cs typeface="Poppins" panose="00000500000000000000" pitchFamily="2" charset="0"/>
              </a:rPr>
              <a:t>Developer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Works on assigned tasks.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Updates task status (e.g., in-progress → completed).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Adds remarks or notes if needed.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Poppins" panose="00000500000000000000" pitchFamily="2" charset="0"/>
                <a:cs typeface="Poppins" panose="00000500000000000000" pitchFamily="2" charset="0"/>
              </a:rPr>
              <a:t>Tester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Receives completed tasks from Developers.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Tests functionality, reports bugs, or marks as verified.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Updates tester status and adds testing remarks or bugs.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Completion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Once approved by the Tester, the task is marked as Done.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Ensures accountability, traceability, and smooth handover.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>
              <a:solidFill>
                <a:srgbClr val="1B134C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637B15-EC94-DEE3-6384-D7E271A38706}"/>
              </a:ext>
            </a:extLst>
          </p:cNvPr>
          <p:cNvSpPr txBox="1"/>
          <p:nvPr/>
        </p:nvSpPr>
        <p:spPr>
          <a:xfrm>
            <a:off x="1042989" y="369397"/>
            <a:ext cx="438149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0000"/>
              </a:lnSpc>
            </a:pPr>
            <a:r>
              <a:rPr lang="en-US" sz="4800" b="1" spc="-300" dirty="0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Development </a:t>
            </a:r>
          </a:p>
          <a:p>
            <a:pPr>
              <a:lnSpc>
                <a:spcPct val="70000"/>
              </a:lnSpc>
            </a:pPr>
            <a:r>
              <a:rPr lang="en-US" sz="4800" b="1" spc="-300" dirty="0">
                <a:solidFill>
                  <a:srgbClr val="F39E3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Workflow</a:t>
            </a:r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BBC9A7F7-CB1E-7982-A01F-244C83868065}"/>
              </a:ext>
            </a:extLst>
          </p:cNvPr>
          <p:cNvSpPr/>
          <p:nvPr/>
        </p:nvSpPr>
        <p:spPr>
          <a:xfrm>
            <a:off x="6438593" y="5493823"/>
            <a:ext cx="224849" cy="272629"/>
          </a:xfrm>
          <a:prstGeom prst="flowChartConnector">
            <a:avLst/>
          </a:prstGeom>
          <a:solidFill>
            <a:srgbClr val="F39E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9537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EE0F74-0505-5F71-77C4-D378720F9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95A48E2-690F-6BD8-25DD-D1AF03B9BDB8}"/>
              </a:ext>
            </a:extLst>
          </p:cNvPr>
          <p:cNvSpPr/>
          <p:nvPr/>
        </p:nvSpPr>
        <p:spPr>
          <a:xfrm>
            <a:off x="44621" y="5385306"/>
            <a:ext cx="977630" cy="1517515"/>
          </a:xfrm>
          <a:prstGeom prst="rect">
            <a:avLst/>
          </a:prstGeom>
          <a:solidFill>
            <a:srgbClr val="23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23AAAD"/>
                </a:solidFill>
              </a:ln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8922F9-6C06-653D-C097-0143C798B01B}"/>
              </a:ext>
            </a:extLst>
          </p:cNvPr>
          <p:cNvSpPr/>
          <p:nvPr/>
        </p:nvSpPr>
        <p:spPr>
          <a:xfrm>
            <a:off x="10821174" y="888407"/>
            <a:ext cx="1264595" cy="1399199"/>
          </a:xfrm>
          <a:prstGeom prst="rect">
            <a:avLst/>
          </a:prstGeom>
          <a:solidFill>
            <a:srgbClr val="F39E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84E3F7A-63DC-D1FF-8BDE-6BBDE52C52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0393374"/>
              </p:ext>
            </p:extLst>
          </p:nvPr>
        </p:nvGraphicFramePr>
        <p:xfrm>
          <a:off x="239174" y="1403180"/>
          <a:ext cx="11517549" cy="5184390"/>
        </p:xfrm>
        <a:graphic>
          <a:graphicData uri="http://schemas.openxmlformats.org/drawingml/2006/table">
            <a:tbl>
              <a:tblPr firstRow="1" bandRow="1">
                <a:solidFill>
                  <a:schemeClr val="accent2"/>
                </a:solidFill>
                <a:tableStyleId>{7DF18680-E054-41AD-8BC1-D1AEF772440D}</a:tableStyleId>
              </a:tblPr>
              <a:tblGrid>
                <a:gridCol w="3282239">
                  <a:extLst>
                    <a:ext uri="{9D8B030D-6E8A-4147-A177-3AD203B41FA5}">
                      <a16:colId xmlns:a16="http://schemas.microsoft.com/office/drawing/2014/main" val="1191483027"/>
                    </a:ext>
                  </a:extLst>
                </a:gridCol>
                <a:gridCol w="3778778">
                  <a:extLst>
                    <a:ext uri="{9D8B030D-6E8A-4147-A177-3AD203B41FA5}">
                      <a16:colId xmlns:a16="http://schemas.microsoft.com/office/drawing/2014/main" val="4165374343"/>
                    </a:ext>
                  </a:extLst>
                </a:gridCol>
                <a:gridCol w="4456532">
                  <a:extLst>
                    <a:ext uri="{9D8B030D-6E8A-4147-A177-3AD203B41FA5}">
                      <a16:colId xmlns:a16="http://schemas.microsoft.com/office/drawing/2014/main" val="3471411595"/>
                    </a:ext>
                  </a:extLst>
                </a:gridCol>
              </a:tblGrid>
              <a:tr h="795270">
                <a:tc>
                  <a:txBody>
                    <a:bodyPr/>
                    <a:lstStyle/>
                    <a:p>
                      <a:pPr algn="ctr"/>
                      <a:r>
                        <a:rPr lang="en-US" sz="1800" b="1" spc="-150">
                          <a:solidFill>
                            <a:srgbClr val="F39E34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User &amp; </a:t>
                      </a:r>
                      <a:r>
                        <a:rPr lang="en-US" sz="1800" b="1" spc="-150">
                          <a:solidFill>
                            <a:srgbClr val="23AAAD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Authentication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13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>
                          <a:solidFill>
                            <a:srgbClr val="F39E34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Project </a:t>
                      </a:r>
                      <a:r>
                        <a:rPr lang="en-US" sz="1800" b="1" i="0" kern="1200">
                          <a:solidFill>
                            <a:srgbClr val="23AAAD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Management</a:t>
                      </a:r>
                      <a:endParaRPr lang="en-US" sz="1800" b="1">
                        <a:solidFill>
                          <a:srgbClr val="23AAAD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13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>
                          <a:solidFill>
                            <a:srgbClr val="F39E34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Task</a:t>
                      </a:r>
                      <a:r>
                        <a:rPr lang="en-US" sz="1800" b="1">
                          <a:solidFill>
                            <a:srgbClr val="23AAAD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Management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13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9030428"/>
                  </a:ext>
                </a:extLst>
              </a:tr>
              <a:tr h="406896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>
                          <a:solidFill>
                            <a:srgbClr val="1B134C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Endpoints: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39E34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>
                          <a:solidFill>
                            <a:srgbClr val="1B134C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GET /health-check – System health check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39E34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>
                          <a:solidFill>
                            <a:srgbClr val="1B134C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POST /users/register – Register a new user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39E34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>
                          <a:solidFill>
                            <a:srgbClr val="1B134C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POST /users/login – User login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39E34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>
                          <a:solidFill>
                            <a:srgbClr val="1B134C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POST /users/request-password-reset – Request password reset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39E34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>
                          <a:solidFill>
                            <a:srgbClr val="1B134C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POST /users/change-password – Change password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39E34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>
                          <a:solidFill>
                            <a:srgbClr val="1B134C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POST /users/logout – Logout user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>
                        <a:solidFill>
                          <a:srgbClr val="1B134C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600" b="1">
                        <a:solidFill>
                          <a:srgbClr val="1B134C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>
                        <a:solidFill>
                          <a:srgbClr val="1B134C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i="0" kern="1200">
                        <a:solidFill>
                          <a:srgbClr val="1B134C"/>
                        </a:solidFill>
                        <a:effectLst/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>
                          <a:solidFill>
                            <a:srgbClr val="1B134C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Endpoints: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39E34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>
                          <a:solidFill>
                            <a:srgbClr val="1B134C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POST /projects/ – Create project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39E34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>
                          <a:solidFill>
                            <a:srgbClr val="1B134C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GET /projects/ – List projects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39E34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>
                          <a:solidFill>
                            <a:srgbClr val="1B134C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PUT /projects/{</a:t>
                      </a:r>
                      <a:r>
                        <a:rPr lang="en-US" sz="1400" b="0" err="1">
                          <a:solidFill>
                            <a:srgbClr val="1B134C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project_id</a:t>
                      </a:r>
                      <a:r>
                        <a:rPr lang="en-US" sz="1400" b="0">
                          <a:solidFill>
                            <a:srgbClr val="1B134C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} – Update project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39E34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>
                          <a:solidFill>
                            <a:srgbClr val="1B134C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GET /projects/{</a:t>
                      </a:r>
                      <a:r>
                        <a:rPr lang="en-US" sz="1400" b="0" err="1">
                          <a:solidFill>
                            <a:srgbClr val="1B134C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project_id</a:t>
                      </a:r>
                      <a:r>
                        <a:rPr lang="en-US" sz="1400" b="0">
                          <a:solidFill>
                            <a:srgbClr val="1B134C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} – Get project details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39E34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>
                          <a:solidFill>
                            <a:srgbClr val="1B134C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DELETE /projects/{</a:t>
                      </a:r>
                      <a:r>
                        <a:rPr lang="en-US" sz="1400" b="0" err="1">
                          <a:solidFill>
                            <a:srgbClr val="1B134C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project_id</a:t>
                      </a:r>
                      <a:r>
                        <a:rPr lang="en-US" sz="1400" b="0">
                          <a:solidFill>
                            <a:srgbClr val="1B134C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} – Delete project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>
                          <a:solidFill>
                            <a:srgbClr val="1B134C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Endpoints: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39E34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>
                          <a:solidFill>
                            <a:srgbClr val="1B134C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POST /tasks/ – Create task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39E34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>
                          <a:solidFill>
                            <a:srgbClr val="1B134C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GET /tasks/ – List all tasks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39E34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>
                          <a:solidFill>
                            <a:srgbClr val="1B134C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GET /tasks/{</a:t>
                      </a:r>
                      <a:r>
                        <a:rPr lang="en-US" sz="1400" b="0" err="1">
                          <a:solidFill>
                            <a:srgbClr val="1B134C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task_id</a:t>
                      </a:r>
                      <a:r>
                        <a:rPr lang="en-US" sz="1400" b="0">
                          <a:solidFill>
                            <a:srgbClr val="1B134C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} – Get task details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39E34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>
                          <a:solidFill>
                            <a:srgbClr val="1B134C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PUT /tasks/{</a:t>
                      </a:r>
                      <a:r>
                        <a:rPr lang="en-US" sz="1400" b="0" err="1">
                          <a:solidFill>
                            <a:srgbClr val="1B134C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task_id</a:t>
                      </a:r>
                      <a:r>
                        <a:rPr lang="en-US" sz="1400" b="0">
                          <a:solidFill>
                            <a:srgbClr val="1B134C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} – Update task (Admin)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39E34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>
                          <a:solidFill>
                            <a:srgbClr val="1B134C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DELETE /tasks/{</a:t>
                      </a:r>
                      <a:r>
                        <a:rPr lang="en-US" sz="1400" b="0" err="1">
                          <a:solidFill>
                            <a:srgbClr val="1B134C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task_id</a:t>
                      </a:r>
                      <a:r>
                        <a:rPr lang="en-US" sz="1400" b="0">
                          <a:solidFill>
                            <a:srgbClr val="1B134C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} – Delete task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39E34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>
                          <a:solidFill>
                            <a:srgbClr val="1B134C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PUT /tasks/{</a:t>
                      </a:r>
                      <a:r>
                        <a:rPr lang="en-US" sz="1400" b="0" err="1">
                          <a:solidFill>
                            <a:srgbClr val="1B134C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task_id</a:t>
                      </a:r>
                      <a:r>
                        <a:rPr lang="en-US" sz="1400" b="0">
                          <a:solidFill>
                            <a:srgbClr val="1B134C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}/assign – Assign task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39E34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>
                          <a:solidFill>
                            <a:srgbClr val="1B134C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GET /tasks/my – Get my tasks (Developer)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39E34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>
                          <a:solidFill>
                            <a:srgbClr val="1B134C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PUT /tasks/{</a:t>
                      </a:r>
                      <a:r>
                        <a:rPr lang="en-US" sz="1400" b="0" err="1">
                          <a:solidFill>
                            <a:srgbClr val="1B134C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task_id</a:t>
                      </a:r>
                      <a:r>
                        <a:rPr lang="en-US" sz="1400" b="0">
                          <a:solidFill>
                            <a:srgbClr val="1B134C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}/status – Update dev status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39E34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>
                          <a:solidFill>
                            <a:srgbClr val="1B134C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PUT /tasks/{</a:t>
                      </a:r>
                      <a:r>
                        <a:rPr lang="en-US" sz="1400" b="0" err="1">
                          <a:solidFill>
                            <a:srgbClr val="1B134C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task_id</a:t>
                      </a:r>
                      <a:r>
                        <a:rPr lang="en-US" sz="1400" b="0">
                          <a:solidFill>
                            <a:srgbClr val="1B134C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}/remarks – Append dev remarks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39E34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>
                          <a:solidFill>
                            <a:srgbClr val="1B134C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GET /tasks/my-testing – Get my testing tasks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39E34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>
                          <a:solidFill>
                            <a:srgbClr val="1B134C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PUT /tasks/{</a:t>
                      </a:r>
                      <a:r>
                        <a:rPr lang="en-US" sz="1400" b="0" err="1">
                          <a:solidFill>
                            <a:srgbClr val="1B134C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task_id</a:t>
                      </a:r>
                      <a:r>
                        <a:rPr lang="en-US" sz="1400" b="0">
                          <a:solidFill>
                            <a:srgbClr val="1B134C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}/test-status – Update test status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39E34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>
                          <a:solidFill>
                            <a:srgbClr val="1B134C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PUT /tasks/{</a:t>
                      </a:r>
                      <a:r>
                        <a:rPr lang="en-US" sz="1400" b="0" err="1">
                          <a:solidFill>
                            <a:srgbClr val="1B134C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task_id</a:t>
                      </a:r>
                      <a:r>
                        <a:rPr lang="en-US" sz="1400" b="0">
                          <a:solidFill>
                            <a:srgbClr val="1B134C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}/test-remarks – Append test remarks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i="0" kern="1200">
                        <a:solidFill>
                          <a:srgbClr val="1B134C"/>
                        </a:solidFill>
                        <a:effectLst/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i="0" kern="1200">
                        <a:solidFill>
                          <a:srgbClr val="1B134C"/>
                        </a:solidFill>
                        <a:effectLst/>
                        <a:latin typeface="Poppins" panose="00000500000000000000" pitchFamily="2" charset="0"/>
                        <a:ea typeface="+mn-ea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846104"/>
                  </a:ext>
                </a:extLst>
              </a:tr>
            </a:tbl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927599-D4D1-992E-29CD-E821F11D3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39174" y="111473"/>
            <a:ext cx="6763934" cy="1137501"/>
          </a:xfrm>
          <a:solidFill>
            <a:srgbClr val="1B134C"/>
          </a:solidFill>
        </p:spPr>
        <p:txBody>
          <a:bodyPr anchor="ctr">
            <a:normAutofit/>
          </a:bodyPr>
          <a:lstStyle/>
          <a:p>
            <a:pPr algn="ctr"/>
            <a:r>
              <a:rPr lang="en-US" sz="4400" b="1" spc="-300" dirty="0">
                <a:solidFill>
                  <a:srgbClr val="F39E34"/>
                </a:solidFill>
                <a:highlight>
                  <a:srgbClr val="1B134C"/>
                </a:highlight>
                <a:latin typeface="Poppins" panose="00000500000000000000" pitchFamily="2" charset="0"/>
                <a:cs typeface="Poppins" panose="00000500000000000000" pitchFamily="2" charset="0"/>
              </a:rPr>
              <a:t>API  Endpoint </a:t>
            </a:r>
            <a:r>
              <a:rPr lang="en-US" sz="4400" b="1" spc="-300" dirty="0">
                <a:solidFill>
                  <a:srgbClr val="23AAAD"/>
                </a:solidFill>
                <a:highlight>
                  <a:srgbClr val="1B134C"/>
                </a:highlight>
                <a:latin typeface="Poppins" panose="00000500000000000000" pitchFamily="2" charset="0"/>
                <a:cs typeface="Poppins" panose="00000500000000000000" pitchFamily="2" charset="0"/>
              </a:rPr>
              <a:t>Overview</a:t>
            </a: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199ADA25-2ED6-88E4-BE7C-9B4AE642428C}"/>
              </a:ext>
            </a:extLst>
          </p:cNvPr>
          <p:cNvSpPr/>
          <p:nvPr/>
        </p:nvSpPr>
        <p:spPr>
          <a:xfrm>
            <a:off x="6368657" y="154584"/>
            <a:ext cx="184810" cy="164578"/>
          </a:xfrm>
          <a:prstGeom prst="flowChartConnector">
            <a:avLst/>
          </a:prstGeom>
          <a:solidFill>
            <a:srgbClr val="F39E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6C70E03-7EF1-666E-F4FB-A5C68B3D7C33}"/>
              </a:ext>
            </a:extLst>
          </p:cNvPr>
          <p:cNvSpPr/>
          <p:nvPr/>
        </p:nvSpPr>
        <p:spPr>
          <a:xfrm>
            <a:off x="344062" y="1591047"/>
            <a:ext cx="182430" cy="1727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7249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E90AD-B9CA-1DFD-9A80-BCD9DD2C1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FC084F5-4188-1F5E-9839-45F2D9C7512C}"/>
              </a:ext>
            </a:extLst>
          </p:cNvPr>
          <p:cNvGrpSpPr/>
          <p:nvPr/>
        </p:nvGrpSpPr>
        <p:grpSpPr>
          <a:xfrm>
            <a:off x="9077" y="0"/>
            <a:ext cx="12192000" cy="6858000"/>
            <a:chOff x="9077" y="0"/>
            <a:chExt cx="12192000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FF969B6-4112-1D78-822D-D0FA97CAE7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882" b="8882"/>
            <a:stretch>
              <a:fillRect/>
            </a:stretch>
          </p:blipFill>
          <p:spPr>
            <a:xfrm>
              <a:off x="9077" y="0"/>
              <a:ext cx="12192000" cy="6858000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65FC682-99FA-46F4-5C19-2BF8990672C9}"/>
                </a:ext>
              </a:extLst>
            </p:cNvPr>
            <p:cNvSpPr/>
            <p:nvPr/>
          </p:nvSpPr>
          <p:spPr>
            <a:xfrm>
              <a:off x="1282148" y="724593"/>
              <a:ext cx="10243068" cy="5686146"/>
            </a:xfrm>
            <a:prstGeom prst="rect">
              <a:avLst/>
            </a:prstGeom>
            <a:solidFill>
              <a:srgbClr val="23AAA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C2FB1AA-4044-6DFB-5229-3B5490F1CDEF}"/>
                </a:ext>
              </a:extLst>
            </p:cNvPr>
            <p:cNvSpPr txBox="1"/>
            <p:nvPr/>
          </p:nvSpPr>
          <p:spPr>
            <a:xfrm>
              <a:off x="3476177" y="1095603"/>
              <a:ext cx="5645426" cy="5591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70000"/>
                </a:lnSpc>
              </a:pPr>
              <a:r>
                <a:rPr lang="en-US" sz="4000" b="1" spc="-300" dirty="0">
                  <a:solidFill>
                    <a:srgbClr val="F39E34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Challenges</a:t>
              </a:r>
              <a:r>
                <a:rPr lang="en-US" sz="4000" b="1" spc="-3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&amp; </a:t>
              </a:r>
              <a:r>
                <a:rPr lang="en-US" sz="4000" b="1" spc="-300" dirty="0">
                  <a:solidFill>
                    <a:srgbClr val="1B134C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Solutions</a:t>
              </a:r>
            </a:p>
          </p:txBody>
        </p:sp>
      </p:grpSp>
      <p:graphicFrame>
        <p:nvGraphicFramePr>
          <p:cNvPr id="5" name="Content Placeholder 5">
            <a:extLst>
              <a:ext uri="{FF2B5EF4-FFF2-40B4-BE49-F238E27FC236}">
                <a16:creationId xmlns:a16="http://schemas.microsoft.com/office/drawing/2014/main" id="{A61FB75B-F211-D02A-1100-041CB5C64E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2804556"/>
              </p:ext>
            </p:extLst>
          </p:nvPr>
        </p:nvGraphicFramePr>
        <p:xfrm>
          <a:off x="1918252" y="1822428"/>
          <a:ext cx="8850728" cy="3910980"/>
        </p:xfrm>
        <a:graphic>
          <a:graphicData uri="http://schemas.openxmlformats.org/drawingml/2006/table">
            <a:tbl>
              <a:tblPr firstRow="1" bandRow="1">
                <a:solidFill>
                  <a:schemeClr val="accent2"/>
                </a:solidFill>
                <a:tableStyleId>{7DF18680-E054-41AD-8BC1-D1AEF772440D}</a:tableStyleId>
              </a:tblPr>
              <a:tblGrid>
                <a:gridCol w="3617844">
                  <a:extLst>
                    <a:ext uri="{9D8B030D-6E8A-4147-A177-3AD203B41FA5}">
                      <a16:colId xmlns:a16="http://schemas.microsoft.com/office/drawing/2014/main" val="1191483027"/>
                    </a:ext>
                  </a:extLst>
                </a:gridCol>
                <a:gridCol w="5232884">
                  <a:extLst>
                    <a:ext uri="{9D8B030D-6E8A-4147-A177-3AD203B41FA5}">
                      <a16:colId xmlns:a16="http://schemas.microsoft.com/office/drawing/2014/main" val="4165374343"/>
                    </a:ext>
                  </a:extLst>
                </a:gridCol>
              </a:tblGrid>
              <a:tr h="782196">
                <a:tc>
                  <a:txBody>
                    <a:bodyPr/>
                    <a:lstStyle/>
                    <a:p>
                      <a:pPr algn="ctr"/>
                      <a:r>
                        <a:rPr lang="en-US" sz="1800" b="1" spc="-150">
                          <a:solidFill>
                            <a:srgbClr val="F39E34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Challenges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13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>
                          <a:solidFill>
                            <a:srgbClr val="23AAAD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Solutions</a:t>
                      </a:r>
                      <a:endParaRPr lang="en-US" sz="1800" b="1">
                        <a:solidFill>
                          <a:srgbClr val="23AAAD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B13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9030428"/>
                  </a:ext>
                </a:extLst>
              </a:tr>
              <a:tr h="7821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>
                          <a:solidFill>
                            <a:srgbClr val="1B134C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Secure role-based access control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>
                          <a:solidFill>
                            <a:srgbClr val="1B134C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Implemented strict permission checks at API layer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846104"/>
                  </a:ext>
                </a:extLst>
              </a:tr>
              <a:tr h="7821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Managing task status consistency</a:t>
                      </a:r>
                      <a:endParaRPr lang="en-US" sz="1400">
                        <a:solidFill>
                          <a:srgbClr val="1B134C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>
                          <a:solidFill>
                            <a:srgbClr val="1B134C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Used atomic updates and validation on status changes</a:t>
                      </a:r>
                      <a:endParaRPr lang="en-US" sz="1400">
                        <a:solidFill>
                          <a:srgbClr val="1B134C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2753319"/>
                  </a:ext>
                </a:extLst>
              </a:tr>
              <a:tr h="7821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Authentication security</a:t>
                      </a:r>
                      <a:endParaRPr lang="en-US" sz="1400">
                        <a:solidFill>
                          <a:srgbClr val="1B134C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>
                          <a:solidFill>
                            <a:srgbClr val="1B134C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Adopted JWT with strong password hashing and login logging</a:t>
                      </a:r>
                      <a:endParaRPr lang="en-US" sz="1400" b="1">
                        <a:solidFill>
                          <a:srgbClr val="1B134C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1897224"/>
                  </a:ext>
                </a:extLst>
              </a:tr>
              <a:tr h="7821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>
                          <a:solidFill>
                            <a:schemeClr val="dk1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Efficient project-task mapping</a:t>
                      </a:r>
                      <a:endParaRPr lang="en-US" sz="1400">
                        <a:solidFill>
                          <a:srgbClr val="1B134C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>
                          <a:solidFill>
                            <a:srgbClr val="1B134C"/>
                          </a:solidFill>
                          <a:effectLst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Designed normalized database schema with clear relationships</a:t>
                      </a:r>
                      <a:endParaRPr lang="en-US" sz="1400">
                        <a:solidFill>
                          <a:srgbClr val="1B134C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87757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52100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FEC13-060E-B623-9484-CFE6595AC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5095FAB9-68BB-4195-FEAB-A32CA19AF658}"/>
              </a:ext>
            </a:extLst>
          </p:cNvPr>
          <p:cNvGrpSpPr/>
          <p:nvPr/>
        </p:nvGrpSpPr>
        <p:grpSpPr>
          <a:xfrm>
            <a:off x="732633" y="442914"/>
            <a:ext cx="5130795" cy="5115464"/>
            <a:chOff x="965200" y="1122616"/>
            <a:chExt cx="4248146" cy="423545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EC496A6-AB89-A46B-32D2-67934480E2CD}"/>
                </a:ext>
              </a:extLst>
            </p:cNvPr>
            <p:cNvSpPr/>
            <p:nvPr/>
          </p:nvSpPr>
          <p:spPr>
            <a:xfrm>
              <a:off x="965200" y="1122616"/>
              <a:ext cx="2095498" cy="2095498"/>
            </a:xfrm>
            <a:prstGeom prst="rect">
              <a:avLst/>
            </a:prstGeom>
            <a:solidFill>
              <a:srgbClr val="1B13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E49FF24-36E6-B557-ABC6-B62622B08B73}"/>
                </a:ext>
              </a:extLst>
            </p:cNvPr>
            <p:cNvSpPr/>
            <p:nvPr/>
          </p:nvSpPr>
          <p:spPr>
            <a:xfrm>
              <a:off x="3117848" y="3262570"/>
              <a:ext cx="2095498" cy="2095498"/>
            </a:xfrm>
            <a:prstGeom prst="rect">
              <a:avLst/>
            </a:prstGeom>
            <a:solidFill>
              <a:srgbClr val="F39E3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C78385A1-1AC2-6E7E-8EB4-08A0AD21AC23}"/>
              </a:ext>
            </a:extLst>
          </p:cNvPr>
          <p:cNvSpPr txBox="1"/>
          <p:nvPr/>
        </p:nvSpPr>
        <p:spPr>
          <a:xfrm>
            <a:off x="791161" y="1611823"/>
            <a:ext cx="238521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Develop a user-friendly frontend to simplify interactions and improve accessibility for all users.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E30176-5D47-AEB2-08E7-344B3461F966}"/>
              </a:ext>
            </a:extLst>
          </p:cNvPr>
          <p:cNvSpPr txBox="1"/>
          <p:nvPr/>
        </p:nvSpPr>
        <p:spPr>
          <a:xfrm>
            <a:off x="3428206" y="4197440"/>
            <a:ext cx="2387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Provide instant alerts to keep users informed about changes and progress in their tasks.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5CA9EDA-C265-0C8D-A6C8-7EFB6633B5BF}"/>
              </a:ext>
            </a:extLst>
          </p:cNvPr>
          <p:cNvSpPr txBox="1"/>
          <p:nvPr/>
        </p:nvSpPr>
        <p:spPr>
          <a:xfrm>
            <a:off x="791161" y="722508"/>
            <a:ext cx="2385217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0000"/>
              </a:lnSpc>
            </a:pPr>
            <a:r>
              <a:rPr lang="en-US" sz="3200" b="1" spc="-150">
                <a:solidFill>
                  <a:srgbClr val="23AAA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Add </a:t>
            </a:r>
            <a:r>
              <a:rPr lang="en-US" sz="3200" b="1" spc="-150">
                <a:solidFill>
                  <a:srgbClr val="F39E3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Frontend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224D9D-02E1-0D6D-6B10-2D4529B5D5FD}"/>
              </a:ext>
            </a:extLst>
          </p:cNvPr>
          <p:cNvSpPr txBox="1"/>
          <p:nvPr/>
        </p:nvSpPr>
        <p:spPr>
          <a:xfrm>
            <a:off x="3380584" y="3144928"/>
            <a:ext cx="2387601" cy="889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0000"/>
              </a:lnSpc>
            </a:pPr>
            <a:r>
              <a:rPr lang="en-US" sz="24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Real Time Notifications for Task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2E8DDCD-8437-A027-565D-B7DDF279FA26}"/>
              </a:ext>
            </a:extLst>
          </p:cNvPr>
          <p:cNvSpPr txBox="1"/>
          <p:nvPr/>
        </p:nvSpPr>
        <p:spPr>
          <a:xfrm>
            <a:off x="6328574" y="2410834"/>
            <a:ext cx="524430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kern="200">
                <a:solidFill>
                  <a:srgbClr val="23AAA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Integrate advanced reporting and analytics dashboards: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kern="200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Incorporate comprehensive dashboards to analyze data and generate actionable insights.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F69231-9FA8-8F7A-AE41-B45F18118217}"/>
              </a:ext>
            </a:extLst>
          </p:cNvPr>
          <p:cNvSpPr txBox="1"/>
          <p:nvPr/>
        </p:nvSpPr>
        <p:spPr>
          <a:xfrm>
            <a:off x="6096000" y="825069"/>
            <a:ext cx="5655013" cy="1438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70000"/>
              </a:lnSpc>
            </a:pPr>
            <a:r>
              <a:rPr lang="en-US" sz="6000" b="1" spc="-150" dirty="0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Future</a:t>
            </a:r>
            <a:r>
              <a:rPr lang="en-US" sz="6000" b="1" spc="-300" dirty="0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6000" b="1" spc="-300" dirty="0">
                <a:solidFill>
                  <a:srgbClr val="F39E3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Enhancement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4FA396C-45DA-1A64-948F-AD9CC2464A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6558" y="454855"/>
            <a:ext cx="2455651" cy="249868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3B688C8-598A-0E2E-B250-43ECE2682F8D}"/>
              </a:ext>
            </a:extLst>
          </p:cNvPr>
          <p:cNvSpPr txBox="1"/>
          <p:nvPr/>
        </p:nvSpPr>
        <p:spPr>
          <a:xfrm>
            <a:off x="6328574" y="3516859"/>
            <a:ext cx="524430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kern="200">
                <a:solidFill>
                  <a:srgbClr val="23AAA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Extend role hierarchy and customizable permissions: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kern="200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Enhance the system’s security and flexibility by expanding role definitions and permission settings.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51764D-C63A-2B02-12FC-6B581913AD25}"/>
              </a:ext>
            </a:extLst>
          </p:cNvPr>
          <p:cNvSpPr txBox="1"/>
          <p:nvPr/>
        </p:nvSpPr>
        <p:spPr>
          <a:xfrm>
            <a:off x="6301355" y="4674493"/>
            <a:ext cx="5244301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kern="200">
                <a:solidFill>
                  <a:srgbClr val="23AAA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Automate testing and deployment pipelines: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kern="200">
                <a:solidFill>
                  <a:srgbClr val="1B134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Streamline development by automating quality assurance and deployment processes for faster releases.</a:t>
            </a:r>
          </a:p>
        </p:txBody>
      </p:sp>
      <p:pic>
        <p:nvPicPr>
          <p:cNvPr id="7170" name="Picture 2" descr="Realtime Notifications Stock Illustrations – 193 Realtime Notifications  Stock Illustrations, Vectors &amp; Clipart - Dreamstime">
            <a:extLst>
              <a:ext uri="{FF2B5EF4-FFF2-40B4-BE49-F238E27FC236}">
                <a16:creationId xmlns:a16="http://schemas.microsoft.com/office/drawing/2014/main" id="{6427C235-73C0-FBB6-D770-227DFE86E3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632" y="3052637"/>
            <a:ext cx="2530885" cy="251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73425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D8B4B88-3803-7AB5-CEFC-EE256A8F840C}"/>
              </a:ext>
            </a:extLst>
          </p:cNvPr>
          <p:cNvSpPr/>
          <p:nvPr/>
        </p:nvSpPr>
        <p:spPr>
          <a:xfrm>
            <a:off x="1298845" y="609905"/>
            <a:ext cx="1240074" cy="1647826"/>
          </a:xfrm>
          <a:prstGeom prst="rect">
            <a:avLst/>
          </a:prstGeom>
          <a:solidFill>
            <a:srgbClr val="23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se-up of a thank you note&#10;&#10;Description automatically generated">
            <a:extLst>
              <a:ext uri="{FF2B5EF4-FFF2-40B4-BE49-F238E27FC236}">
                <a16:creationId xmlns:a16="http://schemas.microsoft.com/office/drawing/2014/main" id="{070B647C-9746-7E50-1936-6552FD8963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728442" y="1035997"/>
            <a:ext cx="8433881" cy="326849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6E088B2-7839-7182-1F4C-0A026525B9D2}"/>
              </a:ext>
            </a:extLst>
          </p:cNvPr>
          <p:cNvSpPr/>
          <p:nvPr/>
        </p:nvSpPr>
        <p:spPr>
          <a:xfrm>
            <a:off x="10362143" y="4744667"/>
            <a:ext cx="1314450" cy="1943100"/>
          </a:xfrm>
          <a:prstGeom prst="rect">
            <a:avLst/>
          </a:prstGeom>
          <a:solidFill>
            <a:srgbClr val="F39E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D3C241F-AE0F-C059-4F7E-31EF5031DC97}"/>
              </a:ext>
            </a:extLst>
          </p:cNvPr>
          <p:cNvSpPr/>
          <p:nvPr/>
        </p:nvSpPr>
        <p:spPr>
          <a:xfrm>
            <a:off x="6153454" y="1433818"/>
            <a:ext cx="214008" cy="204281"/>
          </a:xfrm>
          <a:prstGeom prst="ellipse">
            <a:avLst/>
          </a:prstGeom>
          <a:solidFill>
            <a:srgbClr val="23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AFF56CC-85DA-82F6-0CA6-84E3CCB0F870}"/>
              </a:ext>
            </a:extLst>
          </p:cNvPr>
          <p:cNvSpPr/>
          <p:nvPr/>
        </p:nvSpPr>
        <p:spPr>
          <a:xfrm>
            <a:off x="4578485" y="3847290"/>
            <a:ext cx="431259" cy="457200"/>
          </a:xfrm>
          <a:prstGeom prst="ellipse">
            <a:avLst/>
          </a:prstGeom>
          <a:solidFill>
            <a:srgbClr val="F39E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close-up of blue and white letters&#10;&#10;Description automatically generated">
            <a:extLst>
              <a:ext uri="{FF2B5EF4-FFF2-40B4-BE49-F238E27FC236}">
                <a16:creationId xmlns:a16="http://schemas.microsoft.com/office/drawing/2014/main" id="{C62F2BB8-4E21-00E1-711D-3213851ABA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095999" y="3429001"/>
            <a:ext cx="4999855" cy="2631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482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1414</Words>
  <Application>Microsoft Office PowerPoint</Application>
  <PresentationFormat>Widescreen</PresentationFormat>
  <Paragraphs>173</Paragraphs>
  <Slides>16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Aditya Nandanwar</dc:creator>
  <cp:lastModifiedBy>Nandini Kamepalli</cp:lastModifiedBy>
  <cp:revision>1</cp:revision>
  <dcterms:created xsi:type="dcterms:W3CDTF">2025-08-25T08:51:55Z</dcterms:created>
  <dcterms:modified xsi:type="dcterms:W3CDTF">2025-09-05T05:34:10Z</dcterms:modified>
</cp:coreProperties>
</file>